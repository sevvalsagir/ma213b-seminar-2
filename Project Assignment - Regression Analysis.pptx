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419" r:id="rId5"/>
    <p:sldId id="435" r:id="rId6"/>
    <p:sldId id="424" r:id="rId7"/>
    <p:sldId id="425" r:id="rId8"/>
    <p:sldId id="436" r:id="rId9"/>
    <p:sldId id="437" r:id="rId10"/>
    <p:sldId id="438" r:id="rId11"/>
    <p:sldId id="439" r:id="rId12"/>
    <p:sldId id="440" r:id="rId13"/>
    <p:sldId id="441" r:id="rId14"/>
    <p:sldId id="442" r:id="rId15"/>
  </p:sldIdLst>
  <p:sldSz cx="9144000" cy="5143500" type="screen16x9"/>
  <p:notesSz cx="6784975" cy="9906000"/>
  <p:defaultTextStyle>
    <a:defPPr>
      <a:defRPr lang="sv-SE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  <p15:guide id="3" pos="1315" userDrawn="1">
          <p15:clr>
            <a:srgbClr val="A4A3A4"/>
          </p15:clr>
        </p15:guide>
        <p15:guide id="4" pos="44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0E2CB"/>
    <a:srgbClr val="51AA00"/>
    <a:srgbClr val="222222"/>
    <a:srgbClr val="46B400"/>
    <a:srgbClr val="50A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19CA5E-E594-4877-815E-1FCD708D4E4D}" v="3" dt="2025-04-21T11:45:34.58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just forma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just format 2 - Dekorfärg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just format 3 - Dekorfärg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324" autoAdjust="0"/>
    <p:restoredTop sz="85229" autoAdjust="0"/>
  </p:normalViewPr>
  <p:slideViewPr>
    <p:cSldViewPr snapToGrid="0">
      <p:cViewPr varScale="1">
        <p:scale>
          <a:sx n="93" d="100"/>
          <a:sy n="93" d="100"/>
        </p:scale>
        <p:origin x="946" y="67"/>
      </p:cViewPr>
      <p:guideLst>
        <p:guide orient="horz" pos="1620"/>
        <p:guide pos="2880"/>
        <p:guide pos="1315"/>
        <p:guide pos="446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Lienkamp0088" userId="84b9d127-8837-4ea9-8dd5-c266d6988ad7" providerId="ADAL" clId="{A619CA5E-E594-4877-815E-1FCD708D4E4D}"/>
    <pc:docChg chg="custSel modSld">
      <pc:chgData name="David Lienkamp0088" userId="84b9d127-8837-4ea9-8dd5-c266d6988ad7" providerId="ADAL" clId="{A619CA5E-E594-4877-815E-1FCD708D4E4D}" dt="2025-04-21T11:46:03.015" v="698" actId="20577"/>
      <pc:docMkLst>
        <pc:docMk/>
      </pc:docMkLst>
      <pc:sldChg chg="modNotesTx">
        <pc:chgData name="David Lienkamp0088" userId="84b9d127-8837-4ea9-8dd5-c266d6988ad7" providerId="ADAL" clId="{A619CA5E-E594-4877-815E-1FCD708D4E4D}" dt="2025-04-21T11:32:56.229" v="203" actId="20577"/>
        <pc:sldMkLst>
          <pc:docMk/>
          <pc:sldMk cId="1549259780" sldId="424"/>
        </pc:sldMkLst>
      </pc:sldChg>
      <pc:sldChg chg="modNotesTx">
        <pc:chgData name="David Lienkamp0088" userId="84b9d127-8837-4ea9-8dd5-c266d6988ad7" providerId="ADAL" clId="{A619CA5E-E594-4877-815E-1FCD708D4E4D}" dt="2025-04-21T11:44:03.219" v="460" actId="20577"/>
        <pc:sldMkLst>
          <pc:docMk/>
          <pc:sldMk cId="862845047" sldId="425"/>
        </pc:sldMkLst>
      </pc:sldChg>
      <pc:sldChg chg="modNotesTx">
        <pc:chgData name="David Lienkamp0088" userId="84b9d127-8837-4ea9-8dd5-c266d6988ad7" providerId="ADAL" clId="{A619CA5E-E594-4877-815E-1FCD708D4E4D}" dt="2025-04-21T11:45:45.193" v="671" actId="20577"/>
        <pc:sldMkLst>
          <pc:docMk/>
          <pc:sldMk cId="168019384" sldId="436"/>
        </pc:sldMkLst>
      </pc:sldChg>
      <pc:sldChg chg="modNotesTx">
        <pc:chgData name="David Lienkamp0088" userId="84b9d127-8837-4ea9-8dd5-c266d6988ad7" providerId="ADAL" clId="{A619CA5E-E594-4877-815E-1FCD708D4E4D}" dt="2025-04-21T11:44:29.027" v="464" actId="20577"/>
        <pc:sldMkLst>
          <pc:docMk/>
          <pc:sldMk cId="3349641183" sldId="437"/>
        </pc:sldMkLst>
      </pc:sldChg>
      <pc:sldChg chg="modNotesTx">
        <pc:chgData name="David Lienkamp0088" userId="84b9d127-8837-4ea9-8dd5-c266d6988ad7" providerId="ADAL" clId="{A619CA5E-E594-4877-815E-1FCD708D4E4D}" dt="2025-04-21T11:45:55.499" v="690" actId="20577"/>
        <pc:sldMkLst>
          <pc:docMk/>
          <pc:sldMk cId="1563258918" sldId="438"/>
        </pc:sldMkLst>
      </pc:sldChg>
      <pc:sldChg chg="modNotesTx">
        <pc:chgData name="David Lienkamp0088" userId="84b9d127-8837-4ea9-8dd5-c266d6988ad7" providerId="ADAL" clId="{A619CA5E-E594-4877-815E-1FCD708D4E4D}" dt="2025-04-21T11:44:33.168" v="466" actId="20577"/>
        <pc:sldMkLst>
          <pc:docMk/>
          <pc:sldMk cId="2771524720" sldId="439"/>
        </pc:sldMkLst>
      </pc:sldChg>
      <pc:sldChg chg="modNotesTx">
        <pc:chgData name="David Lienkamp0088" userId="84b9d127-8837-4ea9-8dd5-c266d6988ad7" providerId="ADAL" clId="{A619CA5E-E594-4877-815E-1FCD708D4E4D}" dt="2025-04-21T11:46:03.015" v="698" actId="20577"/>
        <pc:sldMkLst>
          <pc:docMk/>
          <pc:sldMk cId="11417239" sldId="440"/>
        </pc:sldMkLst>
      </pc:sldChg>
      <pc:sldChg chg="modNotesTx">
        <pc:chgData name="David Lienkamp0088" userId="84b9d127-8837-4ea9-8dd5-c266d6988ad7" providerId="ADAL" clId="{A619CA5E-E594-4877-815E-1FCD708D4E4D}" dt="2025-04-21T11:44:37.039" v="468" actId="20577"/>
        <pc:sldMkLst>
          <pc:docMk/>
          <pc:sldMk cId="1317131025" sldId="441"/>
        </pc:sldMkLst>
      </pc:sldChg>
      <pc:sldChg chg="modNotesTx">
        <pc:chgData name="David Lienkamp0088" userId="84b9d127-8837-4ea9-8dd5-c266d6988ad7" providerId="ADAL" clId="{A619CA5E-E594-4877-815E-1FCD708D4E4D}" dt="2025-04-21T11:45:23.906" v="641" actId="20577"/>
        <pc:sldMkLst>
          <pc:docMk/>
          <pc:sldMk cId="1483355194" sldId="44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0156" cy="495300"/>
          </a:xfrm>
          <a:prstGeom prst="rect">
            <a:avLst/>
          </a:prstGeom>
        </p:spPr>
        <p:txBody>
          <a:bodyPr vert="horz" lIns="91230" tIns="45615" rIns="91230" bIns="45615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sz="quarter" idx="1"/>
          </p:nvPr>
        </p:nvSpPr>
        <p:spPr>
          <a:xfrm>
            <a:off x="3843249" y="1"/>
            <a:ext cx="2940156" cy="495300"/>
          </a:xfrm>
          <a:prstGeom prst="rect">
            <a:avLst/>
          </a:prstGeom>
        </p:spPr>
        <p:txBody>
          <a:bodyPr vert="horz" wrap="square" lIns="91230" tIns="45615" rIns="91230" bIns="45615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charset="0"/>
              </a:defRPr>
            </a:lvl1pPr>
          </a:lstStyle>
          <a:p>
            <a:fld id="{BE2E8362-7B74-CD41-BED9-51C895E0F26E}" type="datetime1">
              <a:rPr lang="sv-SE"/>
              <a:pPr/>
              <a:t>2025-04-21</a:t>
            </a:fld>
            <a:endParaRPr lang="sv-SE"/>
          </a:p>
        </p:txBody>
      </p:sp>
      <p:sp>
        <p:nvSpPr>
          <p:cNvPr id="4" name="Platshållare för sidfot 3"/>
          <p:cNvSpPr>
            <a:spLocks noGrp="1"/>
          </p:cNvSpPr>
          <p:nvPr>
            <p:ph type="ftr" sz="quarter" idx="2"/>
          </p:nvPr>
        </p:nvSpPr>
        <p:spPr>
          <a:xfrm>
            <a:off x="0" y="9408981"/>
            <a:ext cx="2940156" cy="495300"/>
          </a:xfrm>
          <a:prstGeom prst="rect">
            <a:avLst/>
          </a:prstGeom>
        </p:spPr>
        <p:txBody>
          <a:bodyPr vert="horz" lIns="91230" tIns="45615" rIns="91230" bIns="45615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sv-SE"/>
          </a:p>
        </p:txBody>
      </p:sp>
      <p:sp>
        <p:nvSpPr>
          <p:cNvPr id="5" name="Platshållare för bildnummer 4"/>
          <p:cNvSpPr>
            <a:spLocks noGrp="1"/>
          </p:cNvSpPr>
          <p:nvPr>
            <p:ph type="sldNum" sz="quarter" idx="3"/>
          </p:nvPr>
        </p:nvSpPr>
        <p:spPr>
          <a:xfrm>
            <a:off x="3843249" y="9408981"/>
            <a:ext cx="2940156" cy="495300"/>
          </a:xfrm>
          <a:prstGeom prst="rect">
            <a:avLst/>
          </a:prstGeom>
        </p:spPr>
        <p:txBody>
          <a:bodyPr vert="horz" wrap="square" lIns="91230" tIns="45615" rIns="91230" bIns="45615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charset="0"/>
              </a:defRPr>
            </a:lvl1pPr>
          </a:lstStyle>
          <a:p>
            <a:fld id="{6D9D900B-F64A-7D40-A107-5788E4736ED6}" type="slidenum">
              <a:rPr lang="sv-SE"/>
              <a:pPr/>
              <a:t>‹Nr.›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2056331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0156" cy="495300"/>
          </a:xfrm>
          <a:prstGeom prst="rect">
            <a:avLst/>
          </a:prstGeom>
        </p:spPr>
        <p:txBody>
          <a:bodyPr vert="horz" lIns="91230" tIns="45615" rIns="91230" bIns="45615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43249" y="1"/>
            <a:ext cx="2940156" cy="495300"/>
          </a:xfrm>
          <a:prstGeom prst="rect">
            <a:avLst/>
          </a:prstGeom>
        </p:spPr>
        <p:txBody>
          <a:bodyPr vert="horz" wrap="square" lIns="91230" tIns="45615" rIns="91230" bIns="45615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charset="0"/>
              </a:defRPr>
            </a:lvl1pPr>
          </a:lstStyle>
          <a:p>
            <a:fld id="{42B30327-357F-3343-805F-CF1F05C4CF93}" type="datetime1">
              <a:rPr lang="sv-SE"/>
              <a:pPr/>
              <a:t>2025-04-21</a:t>
            </a:fld>
            <a:endParaRPr lang="sv-SE"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2950"/>
            <a:ext cx="6604000" cy="3714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230" tIns="45615" rIns="91230" bIns="45615" rtlCol="0" anchor="ctr"/>
          <a:lstStyle/>
          <a:p>
            <a:pPr lvl="0"/>
            <a:endParaRPr lang="sv-SE" noProof="0"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78498" y="4705350"/>
            <a:ext cx="5427980" cy="4457700"/>
          </a:xfrm>
          <a:prstGeom prst="rect">
            <a:avLst/>
          </a:prstGeom>
        </p:spPr>
        <p:txBody>
          <a:bodyPr vert="horz" lIns="91230" tIns="45615" rIns="91230" bIns="45615" rtlCol="0">
            <a:normAutofit/>
          </a:bodyPr>
          <a:lstStyle/>
          <a:p>
            <a:pPr lvl="0"/>
            <a:r>
              <a:rPr lang="sv-SE" noProof="0"/>
              <a:t>Klicka här för att ändra format på bakgrundstexten</a:t>
            </a:r>
          </a:p>
          <a:p>
            <a:pPr lvl="1"/>
            <a:r>
              <a:rPr lang="sv-SE" noProof="0"/>
              <a:t>Nivå två</a:t>
            </a:r>
          </a:p>
          <a:p>
            <a:pPr lvl="2"/>
            <a:r>
              <a:rPr lang="sv-SE" noProof="0"/>
              <a:t>Nivå tre</a:t>
            </a:r>
          </a:p>
          <a:p>
            <a:pPr lvl="3"/>
            <a:r>
              <a:rPr lang="sv-SE" noProof="0"/>
              <a:t>Nivå fyra</a:t>
            </a:r>
          </a:p>
          <a:p>
            <a:pPr lvl="4"/>
            <a:r>
              <a:rPr lang="sv-SE" noProof="0"/>
              <a:t>Nivå fem</a:t>
            </a:r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9408981"/>
            <a:ext cx="2940156" cy="495300"/>
          </a:xfrm>
          <a:prstGeom prst="rect">
            <a:avLst/>
          </a:prstGeom>
        </p:spPr>
        <p:txBody>
          <a:bodyPr vert="horz" lIns="91230" tIns="45615" rIns="91230" bIns="45615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43249" y="9408981"/>
            <a:ext cx="2940156" cy="495300"/>
          </a:xfrm>
          <a:prstGeom prst="rect">
            <a:avLst/>
          </a:prstGeom>
        </p:spPr>
        <p:txBody>
          <a:bodyPr vert="horz" wrap="square" lIns="91230" tIns="45615" rIns="91230" bIns="45615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charset="0"/>
              </a:defRPr>
            </a:lvl1pPr>
          </a:lstStyle>
          <a:p>
            <a:fld id="{E2B1B8E9-9BE0-194F-B3CF-D6D0B7B1DAE8}" type="slidenum">
              <a:rPr lang="sv-SE"/>
              <a:pPr/>
              <a:t>‹Nr.›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7297336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-128"/>
        <a:cs typeface="ＭＳ Ｐゴシック" charset="-128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-128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-128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-128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B1B8E9-9BE0-194F-B3CF-D6D0B7B1DAE8}" type="slidenum">
              <a:rPr lang="sv-SE" smtClean="0"/>
              <a:pPr/>
              <a:t>1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492127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table</a:t>
            </a:r>
            <a:r>
              <a:rPr lang="de-DE" dirty="0"/>
              <a:t> </a:t>
            </a:r>
            <a:r>
              <a:rPr lang="de-DE" dirty="0" err="1"/>
              <a:t>shows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relevant </a:t>
            </a:r>
            <a:r>
              <a:rPr lang="de-DE" dirty="0" err="1"/>
              <a:t>parameters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regression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 (i.e. </a:t>
            </a:r>
            <a:r>
              <a:rPr lang="de-DE" dirty="0" err="1"/>
              <a:t>acceleration</a:t>
            </a:r>
            <a:r>
              <a:rPr lang="de-DE" dirty="0"/>
              <a:t>, top </a:t>
            </a:r>
            <a:r>
              <a:rPr lang="de-DE" dirty="0" err="1"/>
              <a:t>speed</a:t>
            </a:r>
            <a:r>
              <a:rPr lang="de-DE" dirty="0"/>
              <a:t>, </a:t>
            </a:r>
            <a:r>
              <a:rPr lang="de-DE" dirty="0" err="1"/>
              <a:t>fuel</a:t>
            </a:r>
            <a:r>
              <a:rPr lang="de-DE" dirty="0"/>
              <a:t> </a:t>
            </a:r>
            <a:r>
              <a:rPr lang="de-DE" dirty="0" err="1"/>
              <a:t>consumption</a:t>
            </a:r>
            <a:r>
              <a:rPr lang="de-DE" dirty="0"/>
              <a:t> and </a:t>
            </a:r>
            <a:r>
              <a:rPr lang="de-DE" dirty="0" err="1"/>
              <a:t>price</a:t>
            </a:r>
            <a:r>
              <a:rPr lang="de-DE" dirty="0"/>
              <a:t>). The </a:t>
            </a:r>
            <a:r>
              <a:rPr lang="de-DE" dirty="0" err="1"/>
              <a:t>parameters</a:t>
            </a:r>
            <a:r>
              <a:rPr lang="de-DE" dirty="0"/>
              <a:t> </a:t>
            </a:r>
            <a:r>
              <a:rPr lang="de-DE" dirty="0" err="1"/>
              <a:t>valves</a:t>
            </a:r>
            <a:r>
              <a:rPr lang="de-DE" dirty="0"/>
              <a:t>/</a:t>
            </a:r>
            <a:r>
              <a:rPr lang="de-DE" dirty="0" err="1"/>
              <a:t>cylinder</a:t>
            </a:r>
            <a:r>
              <a:rPr lang="de-DE" dirty="0"/>
              <a:t>, </a:t>
            </a:r>
            <a:r>
              <a:rPr lang="de-DE" dirty="0" err="1"/>
              <a:t>max</a:t>
            </a:r>
            <a:r>
              <a:rPr lang="de-DE" dirty="0"/>
              <a:t> </a:t>
            </a:r>
            <a:r>
              <a:rPr lang="de-DE" dirty="0" err="1"/>
              <a:t>torque</a:t>
            </a:r>
            <a:r>
              <a:rPr lang="de-DE" dirty="0"/>
              <a:t> and </a:t>
            </a:r>
            <a:r>
              <a:rPr lang="de-DE" dirty="0" err="1"/>
              <a:t>width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not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regression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.</a:t>
            </a:r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B1B8E9-9BE0-194F-B3CF-D6D0B7B1DAE8}" type="slidenum">
              <a:rPr lang="sv-SE" smtClean="0"/>
              <a:pPr/>
              <a:t>2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4363685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This slide shows the final model equation for the acceleration. The bar charts underline the impact of the used parameters on the accuracy of the model.</a:t>
            </a:r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B1B8E9-9BE0-194F-B3CF-D6D0B7B1DAE8}" type="slidenum">
              <a:rPr lang="sv-SE"/>
              <a:pPr/>
              <a:t>3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035079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This slide provides further information on the used values and shows different parameters displaying the quality of the model and its ability to predict.</a:t>
            </a:r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B1B8E9-9BE0-194F-B3CF-D6D0B7B1DAE8}" type="slidenum">
              <a:rPr lang="sv-SE"/>
              <a:pPr/>
              <a:t>4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6590001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9CD1D-8835-1F40-622A-F6699566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>
            <a:extLst>
              <a:ext uri="{FF2B5EF4-FFF2-40B4-BE49-F238E27FC236}">
                <a16:creationId xmlns:a16="http://schemas.microsoft.com/office/drawing/2014/main" id="{D15A0CD4-6F9E-E296-3D38-5A9FB62B69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>
            <a:extLst>
              <a:ext uri="{FF2B5EF4-FFF2-40B4-BE49-F238E27FC236}">
                <a16:creationId xmlns:a16="http://schemas.microsoft.com/office/drawing/2014/main" id="{F79C568B-94C1-C63F-27B2-2844483BB9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a typeface="Calibri"/>
                <a:cs typeface="Calibri"/>
              </a:rPr>
              <a:t>This slide shows the final model equation for the maximum speed. The bar charts underline the impact of the used parameters on the accuracy of the model.</a:t>
            </a:r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B8A43239-2016-0492-5E41-A2B9C940BF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B1B8E9-9BE0-194F-B3CF-D6D0B7B1DAE8}" type="slidenum">
              <a:rPr lang="sv-SE"/>
              <a:pPr/>
              <a:t>5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426865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FFB02-FDE8-FA35-ACE5-56F9F8DB1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>
            <a:extLst>
              <a:ext uri="{FF2B5EF4-FFF2-40B4-BE49-F238E27FC236}">
                <a16:creationId xmlns:a16="http://schemas.microsoft.com/office/drawing/2014/main" id="{B77442F5-BECA-2317-EED4-22E892CE09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>
            <a:extLst>
              <a:ext uri="{FF2B5EF4-FFF2-40B4-BE49-F238E27FC236}">
                <a16:creationId xmlns:a16="http://schemas.microsoft.com/office/drawing/2014/main" id="{AF069040-0921-1E19-A46F-61B8168770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a typeface="Calibri"/>
                <a:cs typeface="Calibri"/>
              </a:rPr>
              <a:t>This slide provides further information on the used values and shows different parameters displaying the quality of the model and its ability to predict.</a:t>
            </a:r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03284EE1-586A-C66F-03CC-D3A12C1919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B1B8E9-9BE0-194F-B3CF-D6D0B7B1DAE8}" type="slidenum">
              <a:rPr lang="sv-SE"/>
              <a:pPr/>
              <a:t>6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506433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E4CA4-5D84-A8E9-A9B4-55D94BDAA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>
            <a:extLst>
              <a:ext uri="{FF2B5EF4-FFF2-40B4-BE49-F238E27FC236}">
                <a16:creationId xmlns:a16="http://schemas.microsoft.com/office/drawing/2014/main" id="{6DFC6F62-8E6D-B42F-1AE3-F4B782AB67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>
            <a:extLst>
              <a:ext uri="{FF2B5EF4-FFF2-40B4-BE49-F238E27FC236}">
                <a16:creationId xmlns:a16="http://schemas.microsoft.com/office/drawing/2014/main" id="{50A3E7A7-2784-CF72-5FCA-BCE35E3A0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a typeface="Calibri"/>
                <a:cs typeface="Calibri"/>
              </a:rPr>
              <a:t>This slide shows the final model equation for the fuel consumption. The bar charts underline the impact of the used parameters on the accuracy of the model.</a:t>
            </a:r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3B7F6B3E-DD62-B7E4-EB7E-419BFAE938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B1B8E9-9BE0-194F-B3CF-D6D0B7B1DAE8}" type="slidenum">
              <a:rPr lang="sv-SE"/>
              <a:pPr/>
              <a:t>7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5998460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87511-1BAA-290B-1BCA-0F2665E26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>
            <a:extLst>
              <a:ext uri="{FF2B5EF4-FFF2-40B4-BE49-F238E27FC236}">
                <a16:creationId xmlns:a16="http://schemas.microsoft.com/office/drawing/2014/main" id="{32A2CC3E-F245-CD38-3D23-41DC13BD23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>
            <a:extLst>
              <a:ext uri="{FF2B5EF4-FFF2-40B4-BE49-F238E27FC236}">
                <a16:creationId xmlns:a16="http://schemas.microsoft.com/office/drawing/2014/main" id="{E7E57BBC-19AF-4A30-0C2E-568426151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a typeface="Calibri"/>
                <a:cs typeface="Calibri"/>
              </a:rPr>
              <a:t>This slide provides further information on the used values and shows different parameters displaying the quality of the model and its ability to predict.</a:t>
            </a:r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4710271A-4E76-87F7-9743-6CFFE895EF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B1B8E9-9BE0-194F-B3CF-D6D0B7B1DAE8}" type="slidenum">
              <a:rPr lang="sv-SE"/>
              <a:pPr/>
              <a:t>8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932727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665FC-CAA2-18AD-E3A5-F41529CD4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>
            <a:extLst>
              <a:ext uri="{FF2B5EF4-FFF2-40B4-BE49-F238E27FC236}">
                <a16:creationId xmlns:a16="http://schemas.microsoft.com/office/drawing/2014/main" id="{1733BFD4-8280-C734-8203-85877B5232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>
            <a:extLst>
              <a:ext uri="{FF2B5EF4-FFF2-40B4-BE49-F238E27FC236}">
                <a16:creationId xmlns:a16="http://schemas.microsoft.com/office/drawing/2014/main" id="{AED15B13-DBF2-0083-6D0B-B173DB69EF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a typeface="Calibri"/>
                <a:cs typeface="Calibri"/>
              </a:rPr>
              <a:t>This slide shows the final model equation for the price. The bar charts underline the impact of the used parameters on the accuracy of the model.</a:t>
            </a:r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6C2CCFF7-79D7-56C4-221C-401175EE8D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B1B8E9-9BE0-194F-B3CF-D6D0B7B1DAE8}" type="slidenum">
              <a:rPr lang="sv-SE"/>
              <a:pPr/>
              <a:t>9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8768364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5E7B7-5D28-5030-D7FE-E3E024832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>
            <a:extLst>
              <a:ext uri="{FF2B5EF4-FFF2-40B4-BE49-F238E27FC236}">
                <a16:creationId xmlns:a16="http://schemas.microsoft.com/office/drawing/2014/main" id="{14A585F4-D6A0-0135-E1B2-497CAE5890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>
            <a:extLst>
              <a:ext uri="{FF2B5EF4-FFF2-40B4-BE49-F238E27FC236}">
                <a16:creationId xmlns:a16="http://schemas.microsoft.com/office/drawing/2014/main" id="{8C4421F4-6E0F-3996-A765-32D1957F33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a typeface="Calibri"/>
                <a:cs typeface="Calibri"/>
              </a:rPr>
              <a:t>This slide provides further information on the used values and shows different parameters displaying the quality of the model and its ability to predict.</a:t>
            </a:r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411B4FDB-8D5F-33CC-F641-54148EA995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B1B8E9-9BE0-194F-B3CF-D6D0B7B1DAE8}" type="slidenum">
              <a:rPr lang="sv-SE"/>
              <a:pPr/>
              <a:t>10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994434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final </a:t>
            </a:r>
            <a:r>
              <a:rPr lang="de-DE" dirty="0" err="1"/>
              <a:t>slide</a:t>
            </a:r>
            <a:r>
              <a:rPr lang="de-DE" dirty="0"/>
              <a:t> </a:t>
            </a:r>
            <a:r>
              <a:rPr lang="de-DE" dirty="0" err="1"/>
              <a:t>contains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predicted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five</a:t>
            </a:r>
            <a:r>
              <a:rPr lang="de-DE" dirty="0"/>
              <a:t> </a:t>
            </a:r>
            <a:r>
              <a:rPr lang="de-DE" dirty="0" err="1"/>
              <a:t>unknown</a:t>
            </a:r>
            <a:r>
              <a:rPr lang="de-DE" dirty="0"/>
              <a:t> </a:t>
            </a:r>
            <a:r>
              <a:rPr lang="de-DE" dirty="0" err="1"/>
              <a:t>cars</a:t>
            </a:r>
            <a:r>
              <a:rPr lang="de-DE" dirty="0"/>
              <a:t>, </a:t>
            </a:r>
            <a:r>
              <a:rPr lang="de-DE" dirty="0" err="1"/>
              <a:t>resulting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previously</a:t>
            </a:r>
            <a:r>
              <a:rPr lang="de-DE" dirty="0"/>
              <a:t> </a:t>
            </a:r>
            <a:r>
              <a:rPr lang="de-DE" dirty="0" err="1"/>
              <a:t>explained</a:t>
            </a:r>
            <a:r>
              <a:rPr lang="de-DE" dirty="0"/>
              <a:t> </a:t>
            </a:r>
            <a:r>
              <a:rPr lang="de-DE" dirty="0" err="1"/>
              <a:t>regression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.</a:t>
            </a:r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B1B8E9-9BE0-194F-B3CF-D6D0B7B1DAE8}" type="slidenum">
              <a:rPr lang="sv-SE" smtClean="0"/>
              <a:pPr/>
              <a:t>11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5507314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rtsida grö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ktangel med rundade hörn 2">
            <a:extLst>
              <a:ext uri="{FF2B5EF4-FFF2-40B4-BE49-F238E27FC236}">
                <a16:creationId xmlns:a16="http://schemas.microsoft.com/office/drawing/2014/main" id="{59EEB9C8-53DD-2644-AFDF-D528FA12EB59}"/>
              </a:ext>
            </a:extLst>
          </p:cNvPr>
          <p:cNvSpPr>
            <a:spLocks/>
          </p:cNvSpPr>
          <p:nvPr userDrawn="1"/>
        </p:nvSpPr>
        <p:spPr>
          <a:xfrm>
            <a:off x="180000" y="180000"/>
            <a:ext cx="8784000" cy="4784400"/>
          </a:xfrm>
          <a:prstGeom prst="roundRect">
            <a:avLst>
              <a:gd name="adj" fmla="val 1131"/>
            </a:avLst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" name="Rubrik 1">
            <a:extLst>
              <a:ext uri="{FF2B5EF4-FFF2-40B4-BE49-F238E27FC236}">
                <a16:creationId xmlns:a16="http://schemas.microsoft.com/office/drawing/2014/main" id="{E72E7D31-94C4-DE48-83EC-392FA0EE0E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9998" y="330025"/>
            <a:ext cx="8784000" cy="4500000"/>
          </a:xfrm>
        </p:spPr>
        <p:txBody>
          <a:bodyPr/>
          <a:lstStyle>
            <a:lvl1pPr algn="ctr">
              <a:defRPr sz="4000"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Klicka här för </a:t>
            </a:r>
            <a:br>
              <a:rPr lang="sv-SE" dirty="0"/>
            </a:br>
            <a:r>
              <a:rPr lang="sv-SE" dirty="0"/>
              <a:t>att lägga till text</a:t>
            </a:r>
          </a:p>
        </p:txBody>
      </p:sp>
      <p:sp>
        <p:nvSpPr>
          <p:cNvPr id="7" name="Underrubrik 2">
            <a:extLst>
              <a:ext uri="{FF2B5EF4-FFF2-40B4-BE49-F238E27FC236}">
                <a16:creationId xmlns:a16="http://schemas.microsoft.com/office/drawing/2014/main" id="{B5115A27-418C-8D4D-85A5-16E94911EC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4092497"/>
            <a:ext cx="6400800" cy="591011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sv-SE"/>
              <a:t>Klicka här för att ändra mall för underrubrikformat</a:t>
            </a:r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CC7DE8E6-8B99-6E4C-A9DC-BC74E3FDE8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6676" y="14061"/>
            <a:ext cx="2738572" cy="1533600"/>
          </a:xfrm>
          <a:prstGeom prst="rect">
            <a:avLst/>
          </a:prstGeom>
        </p:spPr>
      </p:pic>
      <p:sp>
        <p:nvSpPr>
          <p:cNvPr id="2" name="Platshållare för bildnummer 5">
            <a:extLst>
              <a:ext uri="{FF2B5EF4-FFF2-40B4-BE49-F238E27FC236}">
                <a16:creationId xmlns:a16="http://schemas.microsoft.com/office/drawing/2014/main" id="{B3C86205-D3F5-33B1-44A8-EBBD97535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22783" y="4963500"/>
            <a:ext cx="541217" cy="18000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7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610C4E4B-DC7F-8F40-B47C-DF522102C54B}" type="slidenum">
              <a:rPr lang="sv-SE" smtClean="0"/>
              <a:pPr/>
              <a:t>‹Nr.›</a:t>
            </a:fld>
            <a:endParaRPr lang="sv-SE" dirty="0"/>
          </a:p>
        </p:txBody>
      </p:sp>
      <p:sp>
        <p:nvSpPr>
          <p:cNvPr id="5" name="Platshållare för datum 3">
            <a:extLst>
              <a:ext uri="{FF2B5EF4-FFF2-40B4-BE49-F238E27FC236}">
                <a16:creationId xmlns:a16="http://schemas.microsoft.com/office/drawing/2014/main" id="{10AE8DDC-F72F-591C-FC4F-5732D1E9A9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1723" y="4962854"/>
            <a:ext cx="961545" cy="182193"/>
          </a:xfrm>
          <a:prstGeom prst="rect">
            <a:avLst/>
          </a:prstGeom>
        </p:spPr>
        <p:txBody>
          <a:bodyPr/>
          <a:lstStyle>
            <a:lvl1pPr>
              <a:defRPr sz="700">
                <a:solidFill>
                  <a:schemeClr val="bg1">
                    <a:lumMod val="50000"/>
                  </a:schemeClr>
                </a:solidFill>
                <a:latin typeface="Arial" pitchFamily="-110" charset="0"/>
                <a:ea typeface="ＭＳ Ｐゴシック" pitchFamily="-110" charset="-128"/>
                <a:cs typeface="ＭＳ Ｐゴシック" pitchFamily="-110" charset="-128"/>
              </a:defRPr>
            </a:lvl1pPr>
          </a:lstStyle>
          <a:p>
            <a:pPr>
              <a:defRPr/>
            </a:pPr>
            <a:fld id="{78286638-E000-784D-B9E7-19A664CA2261}" type="datetime1">
              <a:rPr lang="sv-SE" smtClean="0"/>
              <a:t>2025-04-21</a:t>
            </a:fld>
            <a:endParaRPr lang="sv-SE" dirty="0"/>
          </a:p>
        </p:txBody>
      </p:sp>
      <p:sp>
        <p:nvSpPr>
          <p:cNvPr id="6" name="Platshållare för sidfot 4">
            <a:extLst>
              <a:ext uri="{FF2B5EF4-FFF2-40B4-BE49-F238E27FC236}">
                <a16:creationId xmlns:a16="http://schemas.microsoft.com/office/drawing/2014/main" id="{9080FABE-FB14-3CA4-DE99-B5C846EC08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13268" y="4963500"/>
            <a:ext cx="2895600" cy="180000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sv-SE"/>
              <a:t>Sidfot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2362313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ctrTitle" hasCustomPrompt="1"/>
          </p:nvPr>
        </p:nvSpPr>
        <p:spPr>
          <a:xfrm>
            <a:off x="685800" y="1597825"/>
            <a:ext cx="7772400" cy="1102519"/>
          </a:xfrm>
        </p:spPr>
        <p:txBody>
          <a:bodyPr/>
          <a:lstStyle/>
          <a:p>
            <a:r>
              <a:rPr lang="sv-SE" dirty="0"/>
              <a:t>Klicka här för att lägga till text</a:t>
            </a:r>
          </a:p>
        </p:txBody>
      </p:sp>
      <p:sp>
        <p:nvSpPr>
          <p:cNvPr id="3" name="Underrubrik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sv-SE"/>
              <a:t>Klicka här för att ändra mall för underrubrikformat</a:t>
            </a:r>
          </a:p>
        </p:txBody>
      </p:sp>
      <p:sp>
        <p:nvSpPr>
          <p:cNvPr id="4" name="Platshållare för bildnummer 5">
            <a:extLst>
              <a:ext uri="{FF2B5EF4-FFF2-40B4-BE49-F238E27FC236}">
                <a16:creationId xmlns:a16="http://schemas.microsoft.com/office/drawing/2014/main" id="{A1842627-ACF1-F680-7A6E-8598939F87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22783" y="4963500"/>
            <a:ext cx="541217" cy="18000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7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610C4E4B-DC7F-8F40-B47C-DF522102C54B}" type="slidenum">
              <a:rPr lang="sv-SE" smtClean="0"/>
              <a:pPr/>
              <a:t>‹Nr.›</a:t>
            </a:fld>
            <a:endParaRPr lang="sv-SE" dirty="0"/>
          </a:p>
        </p:txBody>
      </p:sp>
      <p:sp>
        <p:nvSpPr>
          <p:cNvPr id="5" name="Platshållare för datum 3">
            <a:extLst>
              <a:ext uri="{FF2B5EF4-FFF2-40B4-BE49-F238E27FC236}">
                <a16:creationId xmlns:a16="http://schemas.microsoft.com/office/drawing/2014/main" id="{59FF488B-DFB1-59FE-1EE3-EE822D3E1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1723" y="4962854"/>
            <a:ext cx="961545" cy="182193"/>
          </a:xfrm>
          <a:prstGeom prst="rect">
            <a:avLst/>
          </a:prstGeom>
        </p:spPr>
        <p:txBody>
          <a:bodyPr/>
          <a:lstStyle>
            <a:lvl1pPr>
              <a:defRPr sz="700">
                <a:solidFill>
                  <a:schemeClr val="bg1">
                    <a:lumMod val="50000"/>
                  </a:schemeClr>
                </a:solidFill>
                <a:latin typeface="Arial" pitchFamily="-110" charset="0"/>
                <a:ea typeface="ＭＳ Ｐゴシック" pitchFamily="-110" charset="-128"/>
                <a:cs typeface="ＭＳ Ｐゴシック" pitchFamily="-110" charset="-128"/>
              </a:defRPr>
            </a:lvl1pPr>
          </a:lstStyle>
          <a:p>
            <a:pPr>
              <a:defRPr/>
            </a:pPr>
            <a:fld id="{78286638-E000-784D-B9E7-19A664CA2261}" type="datetime1">
              <a:rPr lang="sv-SE" smtClean="0"/>
              <a:t>2025-04-21</a:t>
            </a:fld>
            <a:endParaRPr lang="sv-SE" dirty="0"/>
          </a:p>
        </p:txBody>
      </p:sp>
      <p:sp>
        <p:nvSpPr>
          <p:cNvPr id="6" name="Platshållare för sidfot 4">
            <a:extLst>
              <a:ext uri="{FF2B5EF4-FFF2-40B4-BE49-F238E27FC236}">
                <a16:creationId xmlns:a16="http://schemas.microsoft.com/office/drawing/2014/main" id="{43A203A9-1B77-09D1-EB41-D9838545F3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13268" y="4963500"/>
            <a:ext cx="2895600" cy="180000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sv-SE"/>
              <a:t>Sidfot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447826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sv-SE" dirty="0"/>
              <a:t>Klicka här för att lägga till text</a:t>
            </a:r>
          </a:p>
        </p:txBody>
      </p:sp>
      <p:sp>
        <p:nvSpPr>
          <p:cNvPr id="3" name="Platshållare för innehåll 2"/>
          <p:cNvSpPr>
            <a:spLocks noGrp="1"/>
          </p:cNvSpPr>
          <p:nvPr>
            <p:ph idx="1" hasCustomPrompt="1"/>
          </p:nvPr>
        </p:nvSpPr>
        <p:spPr>
          <a:xfrm>
            <a:off x="539999" y="1340827"/>
            <a:ext cx="8229600" cy="3394472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</a:lstStyle>
          <a:p>
            <a:pPr lvl="0"/>
            <a:r>
              <a:rPr lang="sv-SE"/>
              <a:t>Redigera format för bakgrundstext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</p:txBody>
      </p:sp>
      <p:sp>
        <p:nvSpPr>
          <p:cNvPr id="4" name="Platshållare för bildnummer 5">
            <a:extLst>
              <a:ext uri="{FF2B5EF4-FFF2-40B4-BE49-F238E27FC236}">
                <a16:creationId xmlns:a16="http://schemas.microsoft.com/office/drawing/2014/main" id="{E7B07628-6B43-91C3-13B5-083B33817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22783" y="4963500"/>
            <a:ext cx="541217" cy="18000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7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610C4E4B-DC7F-8F40-B47C-DF522102C54B}" type="slidenum">
              <a:rPr lang="sv-SE" smtClean="0"/>
              <a:pPr/>
              <a:t>‹Nr.›</a:t>
            </a:fld>
            <a:endParaRPr lang="sv-SE" dirty="0"/>
          </a:p>
        </p:txBody>
      </p:sp>
      <p:sp>
        <p:nvSpPr>
          <p:cNvPr id="5" name="Platshållare för datum 3">
            <a:extLst>
              <a:ext uri="{FF2B5EF4-FFF2-40B4-BE49-F238E27FC236}">
                <a16:creationId xmlns:a16="http://schemas.microsoft.com/office/drawing/2014/main" id="{977B3B99-0DAA-FEEE-E463-9761320A76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1723" y="4962854"/>
            <a:ext cx="961545" cy="182193"/>
          </a:xfrm>
          <a:prstGeom prst="rect">
            <a:avLst/>
          </a:prstGeom>
        </p:spPr>
        <p:txBody>
          <a:bodyPr/>
          <a:lstStyle>
            <a:lvl1pPr>
              <a:defRPr sz="700">
                <a:solidFill>
                  <a:schemeClr val="bg1">
                    <a:lumMod val="50000"/>
                  </a:schemeClr>
                </a:solidFill>
                <a:latin typeface="Arial" pitchFamily="-110" charset="0"/>
                <a:ea typeface="ＭＳ Ｐゴシック" pitchFamily="-110" charset="-128"/>
                <a:cs typeface="ＭＳ Ｐゴシック" pitchFamily="-110" charset="-128"/>
              </a:defRPr>
            </a:lvl1pPr>
          </a:lstStyle>
          <a:p>
            <a:pPr>
              <a:defRPr/>
            </a:pPr>
            <a:fld id="{78286638-E000-784D-B9E7-19A664CA2261}" type="datetime1">
              <a:rPr lang="sv-SE" smtClean="0"/>
              <a:t>2025-04-21</a:t>
            </a:fld>
            <a:endParaRPr lang="sv-SE" dirty="0"/>
          </a:p>
        </p:txBody>
      </p:sp>
      <p:sp>
        <p:nvSpPr>
          <p:cNvPr id="6" name="Platshållare för sidfot 4">
            <a:extLst>
              <a:ext uri="{FF2B5EF4-FFF2-40B4-BE49-F238E27FC236}">
                <a16:creationId xmlns:a16="http://schemas.microsoft.com/office/drawing/2014/main" id="{1A0883AE-819F-7F18-BDBD-3E4DF7C371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13268" y="4963500"/>
            <a:ext cx="2895600" cy="180000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sv-SE"/>
              <a:t>Sidfot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40050282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innehålls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sv-SE" dirty="0"/>
              <a:t>Klicka här för att lägga till text</a:t>
            </a:r>
          </a:p>
        </p:txBody>
      </p:sp>
      <p:sp>
        <p:nvSpPr>
          <p:cNvPr id="3" name="Platshållare för innehåll 2"/>
          <p:cNvSpPr>
            <a:spLocks noGrp="1"/>
          </p:cNvSpPr>
          <p:nvPr>
            <p:ph sz="half" idx="1" hasCustomPrompt="1"/>
          </p:nvPr>
        </p:nvSpPr>
        <p:spPr>
          <a:xfrm>
            <a:off x="540000" y="1339200"/>
            <a:ext cx="4038600" cy="3394472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sv-SE"/>
              <a:t>Redigera format för bakgrundstext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</p:txBody>
      </p:sp>
      <p:sp>
        <p:nvSpPr>
          <p:cNvPr id="4" name="Platshållare för innehåll 3"/>
          <p:cNvSpPr>
            <a:spLocks noGrp="1"/>
          </p:cNvSpPr>
          <p:nvPr>
            <p:ph sz="half" idx="2" hasCustomPrompt="1"/>
          </p:nvPr>
        </p:nvSpPr>
        <p:spPr>
          <a:xfrm>
            <a:off x="4731000" y="1339200"/>
            <a:ext cx="4038600" cy="3394472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sv-SE"/>
              <a:t>Redigera format för bakgrundstext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</p:txBody>
      </p:sp>
      <p:sp>
        <p:nvSpPr>
          <p:cNvPr id="5" name="Platshållare för bildnummer 5">
            <a:extLst>
              <a:ext uri="{FF2B5EF4-FFF2-40B4-BE49-F238E27FC236}">
                <a16:creationId xmlns:a16="http://schemas.microsoft.com/office/drawing/2014/main" id="{6EBDEE98-1DD4-3275-AA8A-2CB2F66C6D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22783" y="4963500"/>
            <a:ext cx="541217" cy="18000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7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610C4E4B-DC7F-8F40-B47C-DF522102C54B}" type="slidenum">
              <a:rPr lang="sv-SE" smtClean="0"/>
              <a:pPr/>
              <a:t>‹Nr.›</a:t>
            </a:fld>
            <a:endParaRPr lang="sv-SE" dirty="0"/>
          </a:p>
        </p:txBody>
      </p:sp>
      <p:sp>
        <p:nvSpPr>
          <p:cNvPr id="6" name="Platshållare för datum 3">
            <a:extLst>
              <a:ext uri="{FF2B5EF4-FFF2-40B4-BE49-F238E27FC236}">
                <a16:creationId xmlns:a16="http://schemas.microsoft.com/office/drawing/2014/main" id="{227BBCB5-0AB4-110D-0EC9-DEE436E9AA5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1723" y="4962854"/>
            <a:ext cx="961545" cy="182193"/>
          </a:xfrm>
          <a:prstGeom prst="rect">
            <a:avLst/>
          </a:prstGeom>
        </p:spPr>
        <p:txBody>
          <a:bodyPr/>
          <a:lstStyle>
            <a:lvl1pPr>
              <a:defRPr sz="700">
                <a:solidFill>
                  <a:schemeClr val="bg1">
                    <a:lumMod val="50000"/>
                  </a:schemeClr>
                </a:solidFill>
                <a:latin typeface="Arial" pitchFamily="-110" charset="0"/>
                <a:ea typeface="ＭＳ Ｐゴシック" pitchFamily="-110" charset="-128"/>
                <a:cs typeface="ＭＳ Ｐゴシック" pitchFamily="-110" charset="-128"/>
              </a:defRPr>
            </a:lvl1pPr>
          </a:lstStyle>
          <a:p>
            <a:pPr>
              <a:defRPr/>
            </a:pPr>
            <a:fld id="{78286638-E000-784D-B9E7-19A664CA2261}" type="datetime1">
              <a:rPr lang="sv-SE" smtClean="0"/>
              <a:t>2025-04-21</a:t>
            </a:fld>
            <a:endParaRPr lang="sv-SE" dirty="0"/>
          </a:p>
        </p:txBody>
      </p:sp>
      <p:sp>
        <p:nvSpPr>
          <p:cNvPr id="7" name="Platshållare för sidfot 4">
            <a:extLst>
              <a:ext uri="{FF2B5EF4-FFF2-40B4-BE49-F238E27FC236}">
                <a16:creationId xmlns:a16="http://schemas.microsoft.com/office/drawing/2014/main" id="{94F4BDBA-8F0B-08AD-AED7-D620FF8283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13268" y="4963500"/>
            <a:ext cx="2895600" cy="180000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sv-SE"/>
              <a:t>Sidfot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4293883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sv-SE" dirty="0"/>
              <a:t>Klicka här för att lägga till text</a:t>
            </a:r>
          </a:p>
        </p:txBody>
      </p:sp>
      <p:sp>
        <p:nvSpPr>
          <p:cNvPr id="3" name="Platshållare för bildnummer 5">
            <a:extLst>
              <a:ext uri="{FF2B5EF4-FFF2-40B4-BE49-F238E27FC236}">
                <a16:creationId xmlns:a16="http://schemas.microsoft.com/office/drawing/2014/main" id="{77A7E406-B850-0E74-66B3-325DFE8F0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22783" y="4963500"/>
            <a:ext cx="541217" cy="18000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7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610C4E4B-DC7F-8F40-B47C-DF522102C54B}" type="slidenum">
              <a:rPr lang="sv-SE" smtClean="0"/>
              <a:pPr/>
              <a:t>‹Nr.›</a:t>
            </a:fld>
            <a:endParaRPr lang="sv-SE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59DC8E8-85F6-AD3C-6B23-D496D7FA3F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1723" y="4962854"/>
            <a:ext cx="961545" cy="182193"/>
          </a:xfrm>
          <a:prstGeom prst="rect">
            <a:avLst/>
          </a:prstGeom>
        </p:spPr>
        <p:txBody>
          <a:bodyPr/>
          <a:lstStyle>
            <a:lvl1pPr>
              <a:defRPr sz="700">
                <a:solidFill>
                  <a:schemeClr val="bg1">
                    <a:lumMod val="50000"/>
                  </a:schemeClr>
                </a:solidFill>
                <a:latin typeface="Arial" pitchFamily="-110" charset="0"/>
                <a:ea typeface="ＭＳ Ｐゴシック" pitchFamily="-110" charset="-128"/>
                <a:cs typeface="ＭＳ Ｐゴシック" pitchFamily="-110" charset="-128"/>
              </a:defRPr>
            </a:lvl1pPr>
          </a:lstStyle>
          <a:p>
            <a:pPr>
              <a:defRPr/>
            </a:pPr>
            <a:fld id="{78286638-E000-784D-B9E7-19A664CA2261}" type="datetime1">
              <a:rPr lang="sv-SE" smtClean="0"/>
              <a:t>2025-04-21</a:t>
            </a:fld>
            <a:endParaRPr lang="sv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1D7077E1-248D-26C8-DA49-3491B60CDA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13268" y="4963500"/>
            <a:ext cx="2895600" cy="180000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sv-SE"/>
              <a:t>Sidfot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504440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am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nummer 5">
            <a:extLst>
              <a:ext uri="{FF2B5EF4-FFF2-40B4-BE49-F238E27FC236}">
                <a16:creationId xmlns:a16="http://schemas.microsoft.com/office/drawing/2014/main" id="{9F42B225-B8FE-B724-108B-B92738A0E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22783" y="4963500"/>
            <a:ext cx="541217" cy="18000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7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610C4E4B-DC7F-8F40-B47C-DF522102C54B}" type="slidenum">
              <a:rPr lang="sv-SE" smtClean="0"/>
              <a:pPr/>
              <a:t>‹Nr.›</a:t>
            </a:fld>
            <a:endParaRPr lang="sv-SE" dirty="0"/>
          </a:p>
        </p:txBody>
      </p:sp>
      <p:sp>
        <p:nvSpPr>
          <p:cNvPr id="3" name="Platshållare för datum 3">
            <a:extLst>
              <a:ext uri="{FF2B5EF4-FFF2-40B4-BE49-F238E27FC236}">
                <a16:creationId xmlns:a16="http://schemas.microsoft.com/office/drawing/2014/main" id="{0150413F-9B32-5A62-58AF-C2D9E5F086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1723" y="4962854"/>
            <a:ext cx="961545" cy="182193"/>
          </a:xfrm>
          <a:prstGeom prst="rect">
            <a:avLst/>
          </a:prstGeom>
        </p:spPr>
        <p:txBody>
          <a:bodyPr/>
          <a:lstStyle>
            <a:lvl1pPr>
              <a:defRPr sz="700">
                <a:solidFill>
                  <a:schemeClr val="bg1">
                    <a:lumMod val="50000"/>
                  </a:schemeClr>
                </a:solidFill>
                <a:latin typeface="Arial" pitchFamily="-110" charset="0"/>
                <a:ea typeface="ＭＳ Ｐゴシック" pitchFamily="-110" charset="-128"/>
                <a:cs typeface="ＭＳ Ｐゴシック" pitchFamily="-110" charset="-128"/>
              </a:defRPr>
            </a:lvl1pPr>
          </a:lstStyle>
          <a:p>
            <a:pPr>
              <a:defRPr/>
            </a:pPr>
            <a:fld id="{78286638-E000-784D-B9E7-19A664CA2261}" type="datetime1">
              <a:rPr lang="sv-SE" smtClean="0"/>
              <a:t>2025-04-21</a:t>
            </a:fld>
            <a:endParaRPr lang="sv-SE" dirty="0"/>
          </a:p>
        </p:txBody>
      </p:sp>
      <p:sp>
        <p:nvSpPr>
          <p:cNvPr id="4" name="Platshållare för sidfot 4">
            <a:extLst>
              <a:ext uri="{FF2B5EF4-FFF2-40B4-BE49-F238E27FC236}">
                <a16:creationId xmlns:a16="http://schemas.microsoft.com/office/drawing/2014/main" id="{A5CD1637-61BA-77F4-25DB-741E95DB56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13268" y="4963500"/>
            <a:ext cx="2895600" cy="180000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sv-SE"/>
              <a:t>Sidfot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351903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ubrik 1">
            <a:extLst>
              <a:ext uri="{FF2B5EF4-FFF2-40B4-BE49-F238E27FC236}">
                <a16:creationId xmlns:a16="http://schemas.microsoft.com/office/drawing/2014/main" id="{89F2472A-8E06-1847-97AD-4C6908C7ED7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9999" y="179100"/>
            <a:ext cx="8783999" cy="4784400"/>
          </a:xfrm>
        </p:spPr>
        <p:txBody>
          <a:bodyPr/>
          <a:lstStyle>
            <a:lvl1pPr algn="ctr">
              <a:defRPr sz="3500">
                <a:solidFill>
                  <a:schemeClr val="tx2"/>
                </a:solidFill>
              </a:defRPr>
            </a:lvl1pPr>
          </a:lstStyle>
          <a:p>
            <a:r>
              <a:rPr lang="sv-SE" dirty="0"/>
              <a:t>Klicka här för att lägga till text</a:t>
            </a:r>
          </a:p>
        </p:txBody>
      </p:sp>
      <p:sp>
        <p:nvSpPr>
          <p:cNvPr id="2" name="Platshållare för bildnummer 5">
            <a:extLst>
              <a:ext uri="{FF2B5EF4-FFF2-40B4-BE49-F238E27FC236}">
                <a16:creationId xmlns:a16="http://schemas.microsoft.com/office/drawing/2014/main" id="{DE349284-16DF-F1CC-7979-F8E2701F05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22783" y="4963500"/>
            <a:ext cx="541217" cy="18000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7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610C4E4B-DC7F-8F40-B47C-DF522102C54B}" type="slidenum">
              <a:rPr lang="sv-SE" smtClean="0"/>
              <a:pPr/>
              <a:t>‹Nr.›</a:t>
            </a:fld>
            <a:endParaRPr lang="sv-SE" dirty="0"/>
          </a:p>
        </p:txBody>
      </p:sp>
      <p:sp>
        <p:nvSpPr>
          <p:cNvPr id="3" name="Platshållare för datum 3">
            <a:extLst>
              <a:ext uri="{FF2B5EF4-FFF2-40B4-BE49-F238E27FC236}">
                <a16:creationId xmlns:a16="http://schemas.microsoft.com/office/drawing/2014/main" id="{481A4FFA-A918-509E-F649-2C435122E1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1723" y="4962854"/>
            <a:ext cx="961545" cy="182193"/>
          </a:xfrm>
          <a:prstGeom prst="rect">
            <a:avLst/>
          </a:prstGeom>
        </p:spPr>
        <p:txBody>
          <a:bodyPr/>
          <a:lstStyle>
            <a:lvl1pPr>
              <a:defRPr sz="700">
                <a:solidFill>
                  <a:schemeClr val="bg1">
                    <a:lumMod val="50000"/>
                  </a:schemeClr>
                </a:solidFill>
                <a:latin typeface="Arial" pitchFamily="-110" charset="0"/>
                <a:ea typeface="ＭＳ Ｐゴシック" pitchFamily="-110" charset="-128"/>
                <a:cs typeface="ＭＳ Ｐゴシック" pitchFamily="-110" charset="-128"/>
              </a:defRPr>
            </a:lvl1pPr>
          </a:lstStyle>
          <a:p>
            <a:pPr>
              <a:defRPr/>
            </a:pPr>
            <a:fld id="{78286638-E000-784D-B9E7-19A664CA2261}" type="datetime1">
              <a:rPr lang="sv-SE" smtClean="0"/>
              <a:t>2025-04-21</a:t>
            </a:fld>
            <a:endParaRPr lang="sv-SE" dirty="0"/>
          </a:p>
        </p:txBody>
      </p:sp>
      <p:sp>
        <p:nvSpPr>
          <p:cNvPr id="4" name="Platshållare för sidfot 4">
            <a:extLst>
              <a:ext uri="{FF2B5EF4-FFF2-40B4-BE49-F238E27FC236}">
                <a16:creationId xmlns:a16="http://schemas.microsoft.com/office/drawing/2014/main" id="{D41B817F-01CB-7CCB-1914-4E577647C7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13268" y="4963500"/>
            <a:ext cx="2895600" cy="180000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sv-SE"/>
              <a:t>Sidfot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993704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indel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ktangel med rundade hörn 2">
            <a:extLst>
              <a:ext uri="{FF2B5EF4-FFF2-40B4-BE49-F238E27FC236}">
                <a16:creationId xmlns:a16="http://schemas.microsoft.com/office/drawing/2014/main" id="{EC7A2B57-2D06-DB4B-9D83-CA353E8C08D2}"/>
              </a:ext>
            </a:extLst>
          </p:cNvPr>
          <p:cNvSpPr>
            <a:spLocks/>
          </p:cNvSpPr>
          <p:nvPr userDrawn="1"/>
        </p:nvSpPr>
        <p:spPr>
          <a:xfrm>
            <a:off x="180000" y="180000"/>
            <a:ext cx="8784000" cy="4784400"/>
          </a:xfrm>
          <a:prstGeom prst="roundRect">
            <a:avLst>
              <a:gd name="adj" fmla="val 1131"/>
            </a:avLst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" name="Rubrik 1">
            <a:extLst>
              <a:ext uri="{FF2B5EF4-FFF2-40B4-BE49-F238E27FC236}">
                <a16:creationId xmlns:a16="http://schemas.microsoft.com/office/drawing/2014/main" id="{939D7C24-3561-714A-81E7-5D10B779B94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9998" y="179100"/>
            <a:ext cx="8784000" cy="4500000"/>
          </a:xfrm>
        </p:spPr>
        <p:txBody>
          <a:bodyPr/>
          <a:lstStyle>
            <a:lvl1pPr algn="ctr">
              <a:defRPr sz="4000"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Klicka här för att lägga till text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BFCEB3F4-4EEC-CF4D-88ED-6CCD9D541C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99093" y="4054475"/>
            <a:ext cx="1728392" cy="967900"/>
          </a:xfrm>
          <a:prstGeom prst="rect">
            <a:avLst/>
          </a:prstGeom>
        </p:spPr>
      </p:pic>
      <p:sp>
        <p:nvSpPr>
          <p:cNvPr id="2" name="Platshållare för bildnummer 5">
            <a:extLst>
              <a:ext uri="{FF2B5EF4-FFF2-40B4-BE49-F238E27FC236}">
                <a16:creationId xmlns:a16="http://schemas.microsoft.com/office/drawing/2014/main" id="{92C1C441-1EEF-6AEE-30F6-98C3D63D27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22783" y="4963500"/>
            <a:ext cx="541217" cy="18000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7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610C4E4B-DC7F-8F40-B47C-DF522102C54B}" type="slidenum">
              <a:rPr lang="sv-SE" smtClean="0"/>
              <a:pPr/>
              <a:t>‹Nr.›</a:t>
            </a:fld>
            <a:endParaRPr lang="sv-SE" dirty="0"/>
          </a:p>
        </p:txBody>
      </p:sp>
      <p:sp>
        <p:nvSpPr>
          <p:cNvPr id="5" name="Platshållare för datum 3">
            <a:extLst>
              <a:ext uri="{FF2B5EF4-FFF2-40B4-BE49-F238E27FC236}">
                <a16:creationId xmlns:a16="http://schemas.microsoft.com/office/drawing/2014/main" id="{14FE3BE3-8D3A-3606-7C53-539C666A98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1723" y="4962854"/>
            <a:ext cx="961545" cy="182193"/>
          </a:xfrm>
          <a:prstGeom prst="rect">
            <a:avLst/>
          </a:prstGeom>
        </p:spPr>
        <p:txBody>
          <a:bodyPr/>
          <a:lstStyle>
            <a:lvl1pPr>
              <a:defRPr sz="700">
                <a:solidFill>
                  <a:schemeClr val="bg1">
                    <a:lumMod val="50000"/>
                  </a:schemeClr>
                </a:solidFill>
                <a:latin typeface="Arial" pitchFamily="-110" charset="0"/>
                <a:ea typeface="ＭＳ Ｐゴシック" pitchFamily="-110" charset="-128"/>
                <a:cs typeface="ＭＳ Ｐゴシック" pitchFamily="-110" charset="-128"/>
              </a:defRPr>
            </a:lvl1pPr>
          </a:lstStyle>
          <a:p>
            <a:pPr>
              <a:defRPr/>
            </a:pPr>
            <a:fld id="{78286638-E000-784D-B9E7-19A664CA2261}" type="datetime1">
              <a:rPr lang="sv-SE" smtClean="0"/>
              <a:t>2025-04-21</a:t>
            </a:fld>
            <a:endParaRPr lang="sv-SE" dirty="0"/>
          </a:p>
        </p:txBody>
      </p:sp>
      <p:sp>
        <p:nvSpPr>
          <p:cNvPr id="6" name="Platshållare för sidfot 4">
            <a:extLst>
              <a:ext uri="{FF2B5EF4-FFF2-40B4-BE49-F238E27FC236}">
                <a16:creationId xmlns:a16="http://schemas.microsoft.com/office/drawing/2014/main" id="{46F7BFE8-2855-B42C-532A-13F5FE5F52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13268" y="4963500"/>
            <a:ext cx="2895600" cy="180000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sv-SE"/>
              <a:t>Sidfot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0233011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m si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tshållare för innehåll 2">
            <a:extLst>
              <a:ext uri="{FF2B5EF4-FFF2-40B4-BE49-F238E27FC236}">
                <a16:creationId xmlns:a16="http://schemas.microsoft.com/office/drawing/2014/main" id="{905736C0-F3D2-1A43-AD76-D10F8DB2BEB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0000" y="180000"/>
            <a:ext cx="8784000" cy="4784400"/>
          </a:xfrm>
          <a:prstGeom prst="roundRect">
            <a:avLst>
              <a:gd name="adj" fmla="val 979"/>
            </a:avLst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sv-SE"/>
              <a:t>Lägg till innehåll</a:t>
            </a:r>
          </a:p>
        </p:txBody>
      </p:sp>
      <p:sp>
        <p:nvSpPr>
          <p:cNvPr id="2" name="Platshållare för bildnummer 5">
            <a:extLst>
              <a:ext uri="{FF2B5EF4-FFF2-40B4-BE49-F238E27FC236}">
                <a16:creationId xmlns:a16="http://schemas.microsoft.com/office/drawing/2014/main" id="{3CEC8D71-7F9A-A176-C9DC-05FA991650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22783" y="4963500"/>
            <a:ext cx="541217" cy="18000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7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610C4E4B-DC7F-8F40-B47C-DF522102C54B}" type="slidenum">
              <a:rPr lang="sv-SE" smtClean="0"/>
              <a:pPr/>
              <a:t>‹Nr.›</a:t>
            </a:fld>
            <a:endParaRPr lang="sv-SE" dirty="0"/>
          </a:p>
        </p:txBody>
      </p:sp>
      <p:sp>
        <p:nvSpPr>
          <p:cNvPr id="3" name="Platshållare för datum 3">
            <a:extLst>
              <a:ext uri="{FF2B5EF4-FFF2-40B4-BE49-F238E27FC236}">
                <a16:creationId xmlns:a16="http://schemas.microsoft.com/office/drawing/2014/main" id="{CF8A44FC-A74A-A756-B1AE-721A58AABF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1723" y="4962854"/>
            <a:ext cx="961545" cy="182193"/>
          </a:xfrm>
          <a:prstGeom prst="rect">
            <a:avLst/>
          </a:prstGeom>
        </p:spPr>
        <p:txBody>
          <a:bodyPr/>
          <a:lstStyle>
            <a:lvl1pPr>
              <a:defRPr sz="700">
                <a:solidFill>
                  <a:schemeClr val="bg1">
                    <a:lumMod val="50000"/>
                  </a:schemeClr>
                </a:solidFill>
                <a:latin typeface="Arial" pitchFamily="-110" charset="0"/>
                <a:ea typeface="ＭＳ Ｐゴシック" pitchFamily="-110" charset="-128"/>
                <a:cs typeface="ＭＳ Ｐゴシック" pitchFamily="-110" charset="-128"/>
              </a:defRPr>
            </a:lvl1pPr>
          </a:lstStyle>
          <a:p>
            <a:pPr>
              <a:defRPr/>
            </a:pPr>
            <a:fld id="{78286638-E000-784D-B9E7-19A664CA2261}" type="datetime1">
              <a:rPr lang="sv-SE" smtClean="0"/>
              <a:t>2025-04-21</a:t>
            </a:fld>
            <a:endParaRPr lang="sv-SE" dirty="0"/>
          </a:p>
        </p:txBody>
      </p:sp>
      <p:sp>
        <p:nvSpPr>
          <p:cNvPr id="4" name="Platshållare för sidfot 4">
            <a:extLst>
              <a:ext uri="{FF2B5EF4-FFF2-40B4-BE49-F238E27FC236}">
                <a16:creationId xmlns:a16="http://schemas.microsoft.com/office/drawing/2014/main" id="{50611D07-40EB-139A-47A2-9B5CBBCBBF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13268" y="4963500"/>
            <a:ext cx="2895600" cy="180000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sv-SE"/>
              <a:t>Sidfot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4330115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lut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ktangel med rundade hörn 4">
            <a:extLst>
              <a:ext uri="{FF2B5EF4-FFF2-40B4-BE49-F238E27FC236}">
                <a16:creationId xmlns:a16="http://schemas.microsoft.com/office/drawing/2014/main" id="{4FA511EC-E53B-3B46-BE46-855079D42B16}"/>
              </a:ext>
            </a:extLst>
          </p:cNvPr>
          <p:cNvSpPr>
            <a:spLocks/>
          </p:cNvSpPr>
          <p:nvPr userDrawn="1"/>
        </p:nvSpPr>
        <p:spPr>
          <a:xfrm>
            <a:off x="180000" y="180000"/>
            <a:ext cx="8784000" cy="4784400"/>
          </a:xfrm>
          <a:prstGeom prst="roundRect">
            <a:avLst>
              <a:gd name="adj" fmla="val 1131"/>
            </a:avLst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A418376C-6D6C-DB44-96B3-C415B2071ED5}"/>
              </a:ext>
            </a:extLst>
          </p:cNvPr>
          <p:cNvSpPr txBox="1"/>
          <p:nvPr userDrawn="1"/>
        </p:nvSpPr>
        <p:spPr>
          <a:xfrm>
            <a:off x="180000" y="1842742"/>
            <a:ext cx="878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v-SE" sz="4000" b="1" dirty="0" err="1">
                <a:solidFill>
                  <a:schemeClr val="bg1"/>
                </a:solidFill>
                <a:ea typeface="+mn-lt"/>
                <a:cs typeface="+mn-lt"/>
              </a:rPr>
              <a:t>www.hkr.se</a:t>
            </a:r>
            <a:r>
              <a:rPr lang="sv-SE" sz="4000" b="1" dirty="0">
                <a:solidFill>
                  <a:schemeClr val="bg1"/>
                </a:solidFill>
                <a:ea typeface="+mn-lt"/>
                <a:cs typeface="+mn-lt"/>
              </a:rPr>
              <a:t>/en</a:t>
            </a:r>
            <a:endParaRPr lang="sv-SE" sz="4000" b="1" dirty="0">
              <a:solidFill>
                <a:schemeClr val="bg1"/>
              </a:solidFill>
            </a:endParaRP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7FF095BE-5D54-3D4C-B824-DE1A4D2B605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99093" y="4054475"/>
            <a:ext cx="1728392" cy="967900"/>
          </a:xfrm>
          <a:prstGeom prst="rect">
            <a:avLst/>
          </a:prstGeom>
        </p:spPr>
      </p:pic>
      <p:pic>
        <p:nvPicPr>
          <p:cNvPr id="10" name="Bildobjekt 9">
            <a:extLst>
              <a:ext uri="{FF2B5EF4-FFF2-40B4-BE49-F238E27FC236}">
                <a16:creationId xmlns:a16="http://schemas.microsoft.com/office/drawing/2014/main" id="{0A0FFF03-3BBE-7044-BAAD-7B21D3CE92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087260" y="1949184"/>
            <a:ext cx="2778280" cy="1965608"/>
          </a:xfrm>
          <a:prstGeom prst="rect">
            <a:avLst/>
          </a:prstGeom>
        </p:spPr>
      </p:pic>
      <p:sp>
        <p:nvSpPr>
          <p:cNvPr id="2" name="Platshållare för bildnummer 5">
            <a:extLst>
              <a:ext uri="{FF2B5EF4-FFF2-40B4-BE49-F238E27FC236}">
                <a16:creationId xmlns:a16="http://schemas.microsoft.com/office/drawing/2014/main" id="{800B81CE-594B-242D-B516-8FEDAAB241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22783" y="4963500"/>
            <a:ext cx="541217" cy="18000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7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610C4E4B-DC7F-8F40-B47C-DF522102C54B}" type="slidenum">
              <a:rPr lang="sv-SE" smtClean="0"/>
              <a:pPr/>
              <a:t>‹Nr.›</a:t>
            </a:fld>
            <a:endParaRPr lang="sv-SE" dirty="0"/>
          </a:p>
        </p:txBody>
      </p:sp>
      <p:sp>
        <p:nvSpPr>
          <p:cNvPr id="3" name="Platshållare för datum 3">
            <a:extLst>
              <a:ext uri="{FF2B5EF4-FFF2-40B4-BE49-F238E27FC236}">
                <a16:creationId xmlns:a16="http://schemas.microsoft.com/office/drawing/2014/main" id="{E76F2179-48B1-4CDB-4F1A-0451AB5EDC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1723" y="4962854"/>
            <a:ext cx="961545" cy="182193"/>
          </a:xfrm>
          <a:prstGeom prst="rect">
            <a:avLst/>
          </a:prstGeom>
        </p:spPr>
        <p:txBody>
          <a:bodyPr/>
          <a:lstStyle>
            <a:lvl1pPr>
              <a:defRPr sz="700">
                <a:solidFill>
                  <a:schemeClr val="bg1">
                    <a:lumMod val="50000"/>
                  </a:schemeClr>
                </a:solidFill>
                <a:latin typeface="Arial" pitchFamily="-110" charset="0"/>
                <a:ea typeface="ＭＳ Ｐゴシック" pitchFamily="-110" charset="-128"/>
                <a:cs typeface="ＭＳ Ｐゴシック" pitchFamily="-110" charset="-128"/>
              </a:defRPr>
            </a:lvl1pPr>
          </a:lstStyle>
          <a:p>
            <a:pPr>
              <a:defRPr/>
            </a:pPr>
            <a:fld id="{78286638-E000-784D-B9E7-19A664CA2261}" type="datetime1">
              <a:rPr lang="sv-SE" smtClean="0"/>
              <a:t>2025-04-21</a:t>
            </a:fld>
            <a:endParaRPr lang="sv-SE" dirty="0"/>
          </a:p>
        </p:txBody>
      </p:sp>
      <p:sp>
        <p:nvSpPr>
          <p:cNvPr id="6" name="Platshållare för sidfot 4">
            <a:extLst>
              <a:ext uri="{FF2B5EF4-FFF2-40B4-BE49-F238E27FC236}">
                <a16:creationId xmlns:a16="http://schemas.microsoft.com/office/drawing/2014/main" id="{785B1E7C-57B2-5C9B-DBEB-CE0095758B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13268" y="4963500"/>
            <a:ext cx="2895600" cy="180000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sv-SE"/>
              <a:t>Sidfot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2080040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AA00F275-195F-A6E1-20C7-67CDE354B6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C4E4B-DC7F-8F40-B47C-DF522102C54B}" type="slidenum">
              <a:rPr lang="sv-SE" smtClean="0"/>
              <a:pPr/>
              <a:t>‹Nr.›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331449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Platshållare för rubrik 1"/>
          <p:cNvSpPr>
            <a:spLocks noGrp="1"/>
          </p:cNvSpPr>
          <p:nvPr>
            <p:ph type="title"/>
          </p:nvPr>
        </p:nvSpPr>
        <p:spPr bwMode="auto">
          <a:xfrm>
            <a:off x="540000" y="457939"/>
            <a:ext cx="8229600" cy="857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sv-SE" dirty="0"/>
              <a:t>Klicka här för att lägga till text</a:t>
            </a:r>
          </a:p>
        </p:txBody>
      </p:sp>
      <p:sp>
        <p:nvSpPr>
          <p:cNvPr id="1027" name="Platshållare för text 2"/>
          <p:cNvSpPr>
            <a:spLocks noGrp="1"/>
          </p:cNvSpPr>
          <p:nvPr>
            <p:ph type="body" idx="1"/>
          </p:nvPr>
        </p:nvSpPr>
        <p:spPr bwMode="auto">
          <a:xfrm>
            <a:off x="551723" y="1340827"/>
            <a:ext cx="8217877" cy="33944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</p:txBody>
      </p:sp>
      <p:sp>
        <p:nvSpPr>
          <p:cNvPr id="9" name="Rektangel med rundade hörn 8">
            <a:extLst>
              <a:ext uri="{FF2B5EF4-FFF2-40B4-BE49-F238E27FC236}">
                <a16:creationId xmlns:a16="http://schemas.microsoft.com/office/drawing/2014/main" id="{4B6B4981-C9B1-9748-9283-25FD3DE9159D}"/>
              </a:ext>
            </a:extLst>
          </p:cNvPr>
          <p:cNvSpPr>
            <a:spLocks/>
          </p:cNvSpPr>
          <p:nvPr userDrawn="1"/>
        </p:nvSpPr>
        <p:spPr>
          <a:xfrm>
            <a:off x="180000" y="180000"/>
            <a:ext cx="8784000" cy="4784400"/>
          </a:xfrm>
          <a:prstGeom prst="roundRect">
            <a:avLst>
              <a:gd name="adj" fmla="val 1131"/>
            </a:avLst>
          </a:prstGeom>
          <a:noFill/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pic>
        <p:nvPicPr>
          <p:cNvPr id="10" name="Bildobjekt 9">
            <a:extLst>
              <a:ext uri="{FF2B5EF4-FFF2-40B4-BE49-F238E27FC236}">
                <a16:creationId xmlns:a16="http://schemas.microsoft.com/office/drawing/2014/main" id="{F45A2FF4-6AE9-CA42-AFD5-9EB14B3A0A02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552714" y="4310584"/>
            <a:ext cx="1229903" cy="468000"/>
          </a:xfrm>
          <a:prstGeom prst="rect">
            <a:avLst/>
          </a:prstGeom>
        </p:spPr>
      </p:pic>
      <p:sp>
        <p:nvSpPr>
          <p:cNvPr id="2" name="Platshållare för bildnummer 5">
            <a:extLst>
              <a:ext uri="{FF2B5EF4-FFF2-40B4-BE49-F238E27FC236}">
                <a16:creationId xmlns:a16="http://schemas.microsoft.com/office/drawing/2014/main" id="{DB865ABF-A620-BE21-D242-6001A3E82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22783" y="4963500"/>
            <a:ext cx="541217" cy="18000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7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610C4E4B-DC7F-8F40-B47C-DF522102C54B}" type="slidenum">
              <a:rPr lang="sv-SE" smtClean="0"/>
              <a:pPr/>
              <a:t>‹Nr.›</a:t>
            </a:fld>
            <a:endParaRPr lang="sv-S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2" r:id="rId1"/>
    <p:sldLayoutId id="2147483759" r:id="rId2"/>
    <p:sldLayoutId id="2147483760" r:id="rId3"/>
    <p:sldLayoutId id="2147483762" r:id="rId4"/>
    <p:sldLayoutId id="2147483764" r:id="rId5"/>
    <p:sldLayoutId id="2147483768" r:id="rId6"/>
    <p:sldLayoutId id="2147483770" r:id="rId7"/>
    <p:sldLayoutId id="2147483771" r:id="rId8"/>
    <p:sldLayoutId id="2147483765" r:id="rId9"/>
    <p:sldLayoutId id="2147483773" r:id="rId10"/>
    <p:sldLayoutId id="2147483774" r:id="rId11"/>
  </p:sldLayoutIdLst>
  <p:hf hdr="0" ftr="0" dt="0"/>
  <p:txStyles>
    <p:titleStyle>
      <a:lvl1pPr algn="l" defTabSz="457200" rtl="0" eaLnBrk="1" fontAlgn="base" hangingPunct="1">
        <a:spcBef>
          <a:spcPct val="0"/>
        </a:spcBef>
        <a:spcAft>
          <a:spcPct val="0"/>
        </a:spcAft>
        <a:defRPr sz="4000" b="1" kern="1200">
          <a:solidFill>
            <a:schemeClr val="tx2"/>
          </a:solidFill>
          <a:latin typeface="+mj-lt"/>
          <a:ea typeface="ＭＳ Ｐゴシック" charset="-128"/>
          <a:cs typeface="ＭＳ Ｐゴシック" charset="-128"/>
        </a:defRPr>
      </a:lvl1pPr>
      <a:lvl2pPr algn="l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ＭＳ Ｐゴシック" charset="-128"/>
          <a:cs typeface="ＭＳ Ｐゴシック" charset="-128"/>
        </a:defRPr>
      </a:lvl2pPr>
      <a:lvl3pPr algn="l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ＭＳ Ｐゴシック" charset="-128"/>
          <a:cs typeface="ＭＳ Ｐゴシック" charset="-128"/>
        </a:defRPr>
      </a:lvl3pPr>
      <a:lvl4pPr algn="l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ＭＳ Ｐゴシック" charset="-128"/>
          <a:cs typeface="ＭＳ Ｐゴシック" charset="-128"/>
        </a:defRPr>
      </a:lvl4pPr>
      <a:lvl5pPr algn="l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ＭＳ Ｐゴシック" charset="-128"/>
          <a:cs typeface="ＭＳ Ｐゴシック" charset="-128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ＭＳ Ｐゴシック" charset="-128"/>
          <a:cs typeface="ＭＳ Ｐゴシック" charset="-128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ＭＳ Ｐゴシック" charset="-128"/>
          <a:cs typeface="ＭＳ Ｐゴシック" charset="-128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ＭＳ Ｐゴシック" charset="-128"/>
          <a:cs typeface="ＭＳ Ｐゴシック" charset="-128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ＭＳ Ｐゴシック" charset="-128"/>
          <a:cs typeface="ＭＳ Ｐゴシック" charset="-128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ＭＳ Ｐゴシック" charset="-128"/>
          <a:cs typeface="ＭＳ Ｐゴシック" charset="-128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400" kern="1200">
          <a:solidFill>
            <a:schemeClr val="tx1"/>
          </a:solidFill>
          <a:latin typeface="+mn-lt"/>
          <a:ea typeface="ＭＳ Ｐゴシック" charset="-128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000" kern="1200">
          <a:solidFill>
            <a:schemeClr val="tx1"/>
          </a:solidFill>
          <a:latin typeface="+mn-lt"/>
          <a:ea typeface="ＭＳ Ｐゴシック" charset="-128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ＭＳ Ｐゴシック" charset="-128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ＭＳ Ｐゴシック" charset="-128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2655A58-0C76-E84E-8521-F05BACB0E5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9998" y="179100"/>
            <a:ext cx="8784000" cy="4779762"/>
          </a:xfrm>
        </p:spPr>
        <p:txBody>
          <a:bodyPr/>
          <a:lstStyle/>
          <a:p>
            <a:r>
              <a:rPr lang="en-US" noProof="0" dirty="0"/>
              <a:t>Project Assignment – Regression Analysis</a:t>
            </a:r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8C177951-D2D5-0B4C-A487-7FFD488DD7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1"/>
            <a:ext cx="6400800" cy="797308"/>
          </a:xfrm>
        </p:spPr>
        <p:txBody>
          <a:bodyPr/>
          <a:lstStyle/>
          <a:p>
            <a:r>
              <a:rPr lang="en-US" noProof="0" dirty="0"/>
              <a:t>David </a:t>
            </a:r>
            <a:r>
              <a:rPr lang="en-US" noProof="0" dirty="0" err="1"/>
              <a:t>Lienkamp</a:t>
            </a:r>
            <a:r>
              <a:rPr lang="en-US" noProof="0" dirty="0"/>
              <a:t>, Sevval Sagir, Raphael Sommer</a:t>
            </a:r>
          </a:p>
          <a:p>
            <a:r>
              <a:rPr lang="en-US" dirty="0"/>
              <a:t>Group 1</a:t>
            </a:r>
            <a:r>
              <a:rPr lang="en-US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64235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1628E-E61F-E595-0D73-97EC66E06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28FFF86-F2EA-5756-926F-E07F79D3AA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0C4E4B-DC7F-8F40-B47C-DF522102C54B}" type="slidenum">
              <a:rPr lang="en-US" noProof="0" smtClean="0"/>
              <a:pPr/>
              <a:t>2</a:t>
            </a:fld>
            <a:endParaRPr lang="en-US" noProof="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F5E5372-8F1E-E3E8-53F2-9894170CEB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283362"/>
              </p:ext>
            </p:extLst>
          </p:nvPr>
        </p:nvGraphicFramePr>
        <p:xfrm>
          <a:off x="279115" y="991813"/>
          <a:ext cx="8585770" cy="38827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63731">
                  <a:extLst>
                    <a:ext uri="{9D8B030D-6E8A-4147-A177-3AD203B41FA5}">
                      <a16:colId xmlns:a16="http://schemas.microsoft.com/office/drawing/2014/main" val="3056099091"/>
                    </a:ext>
                  </a:extLst>
                </a:gridCol>
                <a:gridCol w="1670577">
                  <a:extLst>
                    <a:ext uri="{9D8B030D-6E8A-4147-A177-3AD203B41FA5}">
                      <a16:colId xmlns:a16="http://schemas.microsoft.com/office/drawing/2014/main" val="4221206097"/>
                    </a:ext>
                  </a:extLst>
                </a:gridCol>
                <a:gridCol w="1717154">
                  <a:extLst>
                    <a:ext uri="{9D8B030D-6E8A-4147-A177-3AD203B41FA5}">
                      <a16:colId xmlns:a16="http://schemas.microsoft.com/office/drawing/2014/main" val="3701009010"/>
                    </a:ext>
                  </a:extLst>
                </a:gridCol>
                <a:gridCol w="1717154">
                  <a:extLst>
                    <a:ext uri="{9D8B030D-6E8A-4147-A177-3AD203B41FA5}">
                      <a16:colId xmlns:a16="http://schemas.microsoft.com/office/drawing/2014/main" val="1923372927"/>
                    </a:ext>
                  </a:extLst>
                </a:gridCol>
                <a:gridCol w="1717154">
                  <a:extLst>
                    <a:ext uri="{9D8B030D-6E8A-4147-A177-3AD203B41FA5}">
                      <a16:colId xmlns:a16="http://schemas.microsoft.com/office/drawing/2014/main" val="20387613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Acceleration </a:t>
                      </a:r>
                      <a:br>
                        <a:rPr lang="en-US" sz="1100" noProof="0" dirty="0"/>
                      </a:br>
                      <a:r>
                        <a:rPr lang="en-US" sz="1100" noProof="0" dirty="0"/>
                        <a:t>[sec.]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Maximum Speed [km/h]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Fuel Consumption [l/100km]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Price </a:t>
                      </a:r>
                      <a:br>
                        <a:rPr lang="en-US" sz="1100" noProof="0" dirty="0"/>
                      </a:br>
                      <a:r>
                        <a:rPr lang="en-US" sz="1100" noProof="0" dirty="0"/>
                        <a:t>[€]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193655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Cylinders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169198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Valves/Cylinder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784988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Displacement [cc]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65607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Turbo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rgbClr val="D0E2C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rgbClr val="D0E2C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rgbClr val="D0E2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81209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Power [hp]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9401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Max Torque [nm]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148573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Length [mm]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76792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Width [mm]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611220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Height [mm]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586022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Weight [kg]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rgbClr val="D0E2C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rgbClr val="D0E2C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rgbClr val="D0E2C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rgbClr val="D0E2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80656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Trunk Volume [l]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915945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Maximum Speed [km/h]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>
                    <a:solidFill>
                      <a:srgbClr val="D0E2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1535429"/>
                  </a:ext>
                </a:extLst>
              </a:tr>
            </a:tbl>
          </a:graphicData>
        </a:graphic>
      </p:graphicFrame>
      <p:sp>
        <p:nvSpPr>
          <p:cNvPr id="7" name="Titel 1">
            <a:extLst>
              <a:ext uri="{FF2B5EF4-FFF2-40B4-BE49-F238E27FC236}">
                <a16:creationId xmlns:a16="http://schemas.microsoft.com/office/drawing/2014/main" id="{268C28A9-210F-262C-1AB2-5A1D803DB4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0"/>
            <a:ext cx="7772400" cy="1102519"/>
          </a:xfrm>
        </p:spPr>
        <p:txBody>
          <a:bodyPr/>
          <a:lstStyle/>
          <a:p>
            <a:pPr algn="ctr"/>
            <a:r>
              <a:rPr lang="en-US" sz="3200" noProof="0" dirty="0"/>
              <a:t>Relevant parameters</a:t>
            </a:r>
          </a:p>
        </p:txBody>
      </p:sp>
    </p:spTree>
    <p:extLst>
      <p:ext uri="{BB962C8B-B14F-4D97-AF65-F5344CB8AC3E}">
        <p14:creationId xmlns:p14="http://schemas.microsoft.com/office/powerpoint/2010/main" val="2902000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AF7D0A8-7882-A42B-6A61-4267AB890C13}"/>
              </a:ext>
            </a:extLst>
          </p:cNvPr>
          <p:cNvSpPr/>
          <p:nvPr/>
        </p:nvSpPr>
        <p:spPr>
          <a:xfrm>
            <a:off x="7520940" y="4175760"/>
            <a:ext cx="1310640" cy="685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C001CEC8-6A3E-56E6-B2C1-2D9BB86CA8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C4E4B-DC7F-8F40-B47C-DF522102C54B}" type="slidenum">
              <a:rPr lang="en-US" noProof="0" smtClean="0"/>
              <a:pPr/>
              <a:t>3</a:t>
            </a:fld>
            <a:endParaRPr lang="en-US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D77FFF-FDC8-135F-4A38-3E7B8E7774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0"/>
            <a:ext cx="6858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92597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B41B5DFA-FDE3-54E8-7879-0B0008EECA58}"/>
              </a:ext>
            </a:extLst>
          </p:cNvPr>
          <p:cNvSpPr/>
          <p:nvPr/>
        </p:nvSpPr>
        <p:spPr>
          <a:xfrm>
            <a:off x="7673340" y="4328160"/>
            <a:ext cx="1310640" cy="685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7A91AE8E-36AE-3B62-B466-672D53D342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C4E4B-DC7F-8F40-B47C-DF522102C54B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5C443AB-6343-D8E4-67AD-C98A2A2B96E2}"/>
              </a:ext>
            </a:extLst>
          </p:cNvPr>
          <p:cNvSpPr/>
          <p:nvPr/>
        </p:nvSpPr>
        <p:spPr>
          <a:xfrm>
            <a:off x="7520940" y="4175760"/>
            <a:ext cx="1310640" cy="685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E57C74-B431-28BD-EFA4-7A8DF487CA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3550" y="3441329"/>
            <a:ext cx="3136900" cy="13716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436A40E-AF8A-6E12-B91E-1EA54D1E29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7288" y="189472"/>
            <a:ext cx="5909424" cy="342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28450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EE542-B6F6-4C9E-F41B-053DD301F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4920FED-4D63-FFB0-6FA8-3697F266AE4E}"/>
              </a:ext>
            </a:extLst>
          </p:cNvPr>
          <p:cNvSpPr/>
          <p:nvPr/>
        </p:nvSpPr>
        <p:spPr>
          <a:xfrm>
            <a:off x="7520940" y="4175760"/>
            <a:ext cx="1310640" cy="685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5E01E192-1145-FF28-1CCF-9A72EE05FF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C4E4B-DC7F-8F40-B47C-DF522102C54B}" type="slidenum">
              <a:rPr lang="en-US" noProof="0" smtClean="0"/>
              <a:pPr/>
              <a:t>5</a:t>
            </a:fld>
            <a:endParaRPr lang="en-US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FAF385-588B-B114-9985-9B2454EE86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43000" y="0"/>
            <a:ext cx="6858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19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81991-DDE7-69EF-E6F7-3EFC84C08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0D2FC695-7A93-BA8F-3168-7CE1C81EEC36}"/>
              </a:ext>
            </a:extLst>
          </p:cNvPr>
          <p:cNvSpPr/>
          <p:nvPr/>
        </p:nvSpPr>
        <p:spPr>
          <a:xfrm>
            <a:off x="7673340" y="4328160"/>
            <a:ext cx="1310640" cy="685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260ACAAB-4A37-CB60-ABAD-79672000F7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C4E4B-DC7F-8F40-B47C-DF522102C54B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D9435E0-2046-5A29-9EC7-31AC7C2B3130}"/>
              </a:ext>
            </a:extLst>
          </p:cNvPr>
          <p:cNvSpPr/>
          <p:nvPr/>
        </p:nvSpPr>
        <p:spPr>
          <a:xfrm>
            <a:off x="7520940" y="4175760"/>
            <a:ext cx="1310640" cy="685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1E5E9A-9914-D7BA-BA4B-A016CA578C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048000" y="3441329"/>
            <a:ext cx="3048000" cy="13716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020A83D-D33B-2029-9739-F7AFC484A63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730245" y="189472"/>
            <a:ext cx="5683509" cy="342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641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1DBD4-E8A6-6292-DB24-BE7519CE7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56B5D0E-D462-0410-4DD5-5D13B794C9A7}"/>
              </a:ext>
            </a:extLst>
          </p:cNvPr>
          <p:cNvSpPr/>
          <p:nvPr/>
        </p:nvSpPr>
        <p:spPr>
          <a:xfrm>
            <a:off x="7520940" y="4175760"/>
            <a:ext cx="1310640" cy="685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5C7BB05F-081C-B725-A115-DBD2980CCD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C4E4B-DC7F-8F40-B47C-DF522102C54B}" type="slidenum">
              <a:rPr lang="en-US" noProof="0" smtClean="0"/>
              <a:pPr/>
              <a:t>7</a:t>
            </a:fld>
            <a:endParaRPr lang="en-US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B0214B-3CB7-5981-3BDB-408FDB2844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43000" y="0"/>
            <a:ext cx="6858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2589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F9ADE-D769-1C67-F51F-4B647DC00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7051B6A1-095F-F9DE-DD64-EE81FA6136E4}"/>
              </a:ext>
            </a:extLst>
          </p:cNvPr>
          <p:cNvSpPr/>
          <p:nvPr/>
        </p:nvSpPr>
        <p:spPr>
          <a:xfrm>
            <a:off x="7673340" y="4328160"/>
            <a:ext cx="1310640" cy="685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51AC65A-60F7-E330-D706-E7B2D2F217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C4E4B-DC7F-8F40-B47C-DF522102C54B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8F9E820-E143-DE9F-C27C-621B9A398ACD}"/>
              </a:ext>
            </a:extLst>
          </p:cNvPr>
          <p:cNvSpPr/>
          <p:nvPr/>
        </p:nvSpPr>
        <p:spPr>
          <a:xfrm>
            <a:off x="7520940" y="4175760"/>
            <a:ext cx="1310640" cy="685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30758A-8012-49B9-2AE3-FBF74014C3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048000" y="3441329"/>
            <a:ext cx="3048000" cy="13716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443E379-808B-02C3-45C2-03BE601F39F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617288" y="392046"/>
            <a:ext cx="5909424" cy="3019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524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FE25F-EA48-5651-51DD-6D3C1B913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57BBBA3-8DCA-53A9-FE2E-5F094A279D1D}"/>
              </a:ext>
            </a:extLst>
          </p:cNvPr>
          <p:cNvSpPr/>
          <p:nvPr/>
        </p:nvSpPr>
        <p:spPr>
          <a:xfrm>
            <a:off x="7520940" y="4175760"/>
            <a:ext cx="1310640" cy="685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B8B1212D-8025-8282-F1F5-731BBCE42F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C4E4B-DC7F-8F40-B47C-DF522102C54B}" type="slidenum">
              <a:rPr lang="en-US" noProof="0" smtClean="0"/>
              <a:pPr/>
              <a:t>9</a:t>
            </a:fld>
            <a:endParaRPr lang="en-US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E3A6FB-91B0-FE98-3D30-F079F18D22C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43000" y="0"/>
            <a:ext cx="6858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72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971A3-7FBD-14FD-2C99-758D0FD84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4DEA5C00-9258-648D-5B32-D24B89E9C626}"/>
              </a:ext>
            </a:extLst>
          </p:cNvPr>
          <p:cNvSpPr/>
          <p:nvPr/>
        </p:nvSpPr>
        <p:spPr>
          <a:xfrm>
            <a:off x="7673340" y="4328160"/>
            <a:ext cx="1310640" cy="685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8E5A10CA-79EB-E4CF-5B35-F22E085D16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C4E4B-DC7F-8F40-B47C-DF522102C54B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A6920D3-A2AB-104F-1EED-98A7A0593C52}"/>
              </a:ext>
            </a:extLst>
          </p:cNvPr>
          <p:cNvSpPr/>
          <p:nvPr/>
        </p:nvSpPr>
        <p:spPr>
          <a:xfrm>
            <a:off x="7520940" y="4175760"/>
            <a:ext cx="1310640" cy="685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761EE5-BEFC-1309-ECBD-54532408A4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048000" y="3441329"/>
            <a:ext cx="3048000" cy="13716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037B88F-A54B-3DBE-F450-1D7988AE11B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818761" y="189472"/>
            <a:ext cx="5506477" cy="342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1310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EBCB0-CDC4-F9AD-4128-7C88AD492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E23379D-077C-4E8C-776B-294473F7AF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0C4E4B-DC7F-8F40-B47C-DF522102C54B}" type="slidenum">
              <a:rPr lang="en-US" noProof="0" smtClean="0"/>
              <a:pPr/>
              <a:t>11</a:t>
            </a:fld>
            <a:endParaRPr lang="en-US" noProof="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0575EDF-026C-7047-C495-86D833696C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6487565"/>
              </p:ext>
            </p:extLst>
          </p:nvPr>
        </p:nvGraphicFramePr>
        <p:xfrm>
          <a:off x="279115" y="991813"/>
          <a:ext cx="8585770" cy="18667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63731">
                  <a:extLst>
                    <a:ext uri="{9D8B030D-6E8A-4147-A177-3AD203B41FA5}">
                      <a16:colId xmlns:a16="http://schemas.microsoft.com/office/drawing/2014/main" val="3056099091"/>
                    </a:ext>
                  </a:extLst>
                </a:gridCol>
                <a:gridCol w="1670577">
                  <a:extLst>
                    <a:ext uri="{9D8B030D-6E8A-4147-A177-3AD203B41FA5}">
                      <a16:colId xmlns:a16="http://schemas.microsoft.com/office/drawing/2014/main" val="4221206097"/>
                    </a:ext>
                  </a:extLst>
                </a:gridCol>
                <a:gridCol w="1717154">
                  <a:extLst>
                    <a:ext uri="{9D8B030D-6E8A-4147-A177-3AD203B41FA5}">
                      <a16:colId xmlns:a16="http://schemas.microsoft.com/office/drawing/2014/main" val="3701009010"/>
                    </a:ext>
                  </a:extLst>
                </a:gridCol>
                <a:gridCol w="1717154">
                  <a:extLst>
                    <a:ext uri="{9D8B030D-6E8A-4147-A177-3AD203B41FA5}">
                      <a16:colId xmlns:a16="http://schemas.microsoft.com/office/drawing/2014/main" val="1923372927"/>
                    </a:ext>
                  </a:extLst>
                </a:gridCol>
                <a:gridCol w="1717154">
                  <a:extLst>
                    <a:ext uri="{9D8B030D-6E8A-4147-A177-3AD203B41FA5}">
                      <a16:colId xmlns:a16="http://schemas.microsoft.com/office/drawing/2014/main" val="20387613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Acceleration </a:t>
                      </a:r>
                      <a:br>
                        <a:rPr lang="en-US" sz="1100" noProof="0" dirty="0"/>
                      </a:br>
                      <a:r>
                        <a:rPr lang="en-US" sz="1100" noProof="0" dirty="0"/>
                        <a:t>[sec.]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Maximum Speed [km/h]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Fuel Consumption [l/100km]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Price </a:t>
                      </a:r>
                      <a:br>
                        <a:rPr lang="en-US" sz="1100" noProof="0" dirty="0"/>
                      </a:br>
                      <a:r>
                        <a:rPr lang="en-US" sz="1100" noProof="0" dirty="0"/>
                        <a:t>[€]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193655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Car #1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12.7</a:t>
                      </a:r>
                    </a:p>
                  </a:txBody>
                  <a:tcPr>
                    <a:solidFill>
                      <a:srgbClr val="D0E2C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186</a:t>
                      </a:r>
                    </a:p>
                  </a:txBody>
                  <a:tcPr>
                    <a:solidFill>
                      <a:srgbClr val="D0E2C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6.2</a:t>
                      </a:r>
                    </a:p>
                  </a:txBody>
                  <a:tcPr>
                    <a:solidFill>
                      <a:srgbClr val="D0E2C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18220</a:t>
                      </a:r>
                    </a:p>
                  </a:txBody>
                  <a:tcPr>
                    <a:solidFill>
                      <a:srgbClr val="D0E2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169198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Car #2</a:t>
                      </a:r>
                    </a:p>
                  </a:txBody>
                  <a:tcPr>
                    <a:solidFill>
                      <a:srgbClr val="51AA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3.8</a:t>
                      </a:r>
                    </a:p>
                  </a:txBody>
                  <a:tcPr>
                    <a:solidFill>
                      <a:srgbClr val="D0E2C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332</a:t>
                      </a:r>
                    </a:p>
                  </a:txBody>
                  <a:tcPr>
                    <a:solidFill>
                      <a:srgbClr val="D0E2C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22.4</a:t>
                      </a:r>
                    </a:p>
                  </a:txBody>
                  <a:tcPr>
                    <a:solidFill>
                      <a:srgbClr val="D0E2C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264971</a:t>
                      </a:r>
                    </a:p>
                  </a:txBody>
                  <a:tcPr>
                    <a:solidFill>
                      <a:srgbClr val="D0E2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784988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Car #3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11.6</a:t>
                      </a:r>
                    </a:p>
                  </a:txBody>
                  <a:tcPr>
                    <a:solidFill>
                      <a:srgbClr val="D0E2C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187</a:t>
                      </a:r>
                    </a:p>
                  </a:txBody>
                  <a:tcPr>
                    <a:solidFill>
                      <a:srgbClr val="D0E2C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7.2</a:t>
                      </a:r>
                    </a:p>
                  </a:txBody>
                  <a:tcPr>
                    <a:solidFill>
                      <a:srgbClr val="D0E2C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12812</a:t>
                      </a:r>
                    </a:p>
                  </a:txBody>
                  <a:tcPr>
                    <a:solidFill>
                      <a:srgbClr val="D0E2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565607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Car #4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12.8</a:t>
                      </a:r>
                    </a:p>
                  </a:txBody>
                  <a:tcPr>
                    <a:solidFill>
                      <a:srgbClr val="D0E2C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184</a:t>
                      </a:r>
                    </a:p>
                  </a:txBody>
                  <a:tcPr>
                    <a:solidFill>
                      <a:srgbClr val="D0E2C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6.6</a:t>
                      </a:r>
                    </a:p>
                  </a:txBody>
                  <a:tcPr>
                    <a:solidFill>
                      <a:srgbClr val="D0E2C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15769</a:t>
                      </a:r>
                    </a:p>
                  </a:txBody>
                  <a:tcPr>
                    <a:solidFill>
                      <a:srgbClr val="D0E2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81209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Car #5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noProof="0" dirty="0"/>
                        <a:t>23797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94012"/>
                  </a:ext>
                </a:extLst>
              </a:tr>
            </a:tbl>
          </a:graphicData>
        </a:graphic>
      </p:graphicFrame>
      <p:sp>
        <p:nvSpPr>
          <p:cNvPr id="7" name="Titel 1">
            <a:extLst>
              <a:ext uri="{FF2B5EF4-FFF2-40B4-BE49-F238E27FC236}">
                <a16:creationId xmlns:a16="http://schemas.microsoft.com/office/drawing/2014/main" id="{E89373DC-D393-3BC1-751C-CE276FD745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0"/>
            <a:ext cx="7772400" cy="1102519"/>
          </a:xfrm>
        </p:spPr>
        <p:txBody>
          <a:bodyPr/>
          <a:lstStyle/>
          <a:p>
            <a:pPr algn="ctr"/>
            <a:r>
              <a:rPr lang="en-US" sz="3200" noProof="0" dirty="0"/>
              <a:t>Model‘s predictions</a:t>
            </a:r>
          </a:p>
        </p:txBody>
      </p:sp>
    </p:spTree>
    <p:extLst>
      <p:ext uri="{BB962C8B-B14F-4D97-AF65-F5344CB8AC3E}">
        <p14:creationId xmlns:p14="http://schemas.microsoft.com/office/powerpoint/2010/main" val="1483355194"/>
      </p:ext>
    </p:extLst>
  </p:cSld>
  <p:clrMapOvr>
    <a:masterClrMapping/>
  </p:clrMapOvr>
</p:sld>
</file>

<file path=ppt/theme/theme1.xml><?xml version="1.0" encoding="utf-8"?>
<a:theme xmlns:a="http://schemas.openxmlformats.org/drawingml/2006/main" name="HKRsvensk2016">
  <a:themeElements>
    <a:clrScheme name="Egen 1">
      <a:dk1>
        <a:srgbClr val="000000"/>
      </a:dk1>
      <a:lt1>
        <a:srgbClr val="FFFFFF"/>
      </a:lt1>
      <a:dk2>
        <a:srgbClr val="50AA00"/>
      </a:dk2>
      <a:lt2>
        <a:srgbClr val="FFFFFF"/>
      </a:lt2>
      <a:accent1>
        <a:srgbClr val="50AA00"/>
      </a:accent1>
      <a:accent2>
        <a:srgbClr val="148200"/>
      </a:accent2>
      <a:accent3>
        <a:srgbClr val="005A00"/>
      </a:accent3>
      <a:accent4>
        <a:srgbClr val="6E6E6E"/>
      </a:accent4>
      <a:accent5>
        <a:srgbClr val="A0A0A0"/>
      </a:accent5>
      <a:accent6>
        <a:srgbClr val="E10082"/>
      </a:accent6>
      <a:hlink>
        <a:srgbClr val="0A8200"/>
      </a:hlink>
      <a:folHlink>
        <a:srgbClr val="005A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HKR Mall Engelsk" id="{A7AC62B3-ED5D-4B4F-B71F-32D2FBE5E84B}" vid="{A71D2804-D023-6F4F-9924-7FAD5CD2808B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830AFD53EA4FAC4B93D1BAD879B4B205" ma:contentTypeVersion="20" ma:contentTypeDescription="Skapa ett nytt dokument." ma:contentTypeScope="" ma:versionID="d20458860b4e67c8a989bb88ba1189b9">
  <xsd:schema xmlns:xsd="http://www.w3.org/2001/XMLSchema" xmlns:xs="http://www.w3.org/2001/XMLSchema" xmlns:p="http://schemas.microsoft.com/office/2006/metadata/properties" xmlns:ns2="a27dfd0f-a6f2-4712-9137-d9a404cddc60" xmlns:ns3="661728cc-f8de-4546-bc23-5f5fdbb4708e" targetNamespace="http://schemas.microsoft.com/office/2006/metadata/properties" ma:root="true" ma:fieldsID="704e11bb582ec7a1851f532e774c0983" ns2:_="" ns3:_="">
    <xsd:import namespace="a27dfd0f-a6f2-4712-9137-d9a404cddc60"/>
    <xsd:import namespace="661728cc-f8de-4546-bc23-5f5fdbb4708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Datum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7dfd0f-a6f2-4712-9137-d9a404cddc6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Datum" ma:index="13" nillable="true" ma:displayName="Datum" ma:default="2019-01-08T01:00:00Z" ma:description="Datum möte" ma:format="DateOnly" ma:internalName="Datum">
      <xsd:simpleType>
        <xsd:restriction base="dms:DateTim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6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0" nillable="true" ma:taxonomy="true" ma:internalName="lcf76f155ced4ddcb4097134ff3c332f" ma:taxonomyFieldName="MediaServiceImageTags" ma:displayName="Bildmarkeringar" ma:readOnly="false" ma:fieldId="{5cf76f15-5ced-4ddc-b409-7134ff3c332f}" ma:taxonomyMulti="true" ma:sspId="7b39c0b7-3c9c-4b39-ade0-66cfcf86f43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61728cc-f8de-4546-bc23-5f5fdbb4708e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ff1ad556-de36-4b03-858a-c66ebca6ffac}" ma:internalName="TaxCatchAll" ma:showField="CatchAllData" ma:web="5d024ade-3791-46a7-9cec-16b154d5b12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27dfd0f-a6f2-4712-9137-d9a404cddc60">
      <Terms xmlns="http://schemas.microsoft.com/office/infopath/2007/PartnerControls"/>
    </lcf76f155ced4ddcb4097134ff3c332f>
    <Datum xmlns="a27dfd0f-a6f2-4712-9137-d9a404cddc60">2019-01-08T01:00:00+00:00</Datum>
    <TaxCatchAll xmlns="661728cc-f8de-4546-bc23-5f5fdbb4708e" xsi:nil="true"/>
  </documentManagement>
</p:properties>
</file>

<file path=customXml/itemProps1.xml><?xml version="1.0" encoding="utf-8"?>
<ds:datastoreItem xmlns:ds="http://schemas.openxmlformats.org/officeDocument/2006/customXml" ds:itemID="{4DA24E85-69A4-40E6-B457-5DEA4943BCC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27dfd0f-a6f2-4712-9137-d9a404cddc60"/>
    <ds:schemaRef ds:uri="661728cc-f8de-4546-bc23-5f5fdbb4708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28E330F-FAEB-43BD-88E9-B921C1D5AE7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CF91B3D-EC90-430A-AB1E-F0238E505E8F}">
  <ds:schemaRefs>
    <ds:schemaRef ds:uri="http://purl.org/dc/dcmitype/"/>
    <ds:schemaRef ds:uri="http://schemas.microsoft.com/office/2006/documentManagement/types"/>
    <ds:schemaRef ds:uri="http://purl.org/dc/terms/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www.w3.org/XML/1998/namespace"/>
    <ds:schemaRef ds:uri="http://schemas.microsoft.com/office/infopath/2007/PartnerControls"/>
    <ds:schemaRef ds:uri="661728cc-f8de-4546-bc23-5f5fdbb4708e"/>
    <ds:schemaRef ds:uri="a27dfd0f-a6f2-4712-9137-d9a404cddc60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HKRsvensk2016</Template>
  <TotalTime>0</TotalTime>
  <Words>456</Words>
  <Application>Microsoft Office PowerPoint</Application>
  <PresentationFormat>Bildschirmpräsentation (16:9)</PresentationFormat>
  <Paragraphs>81</Paragraphs>
  <Slides>11</Slides>
  <Notes>11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4" baseType="lpstr">
      <vt:lpstr>Arial</vt:lpstr>
      <vt:lpstr>Calibri</vt:lpstr>
      <vt:lpstr>HKRsvensk2016</vt:lpstr>
      <vt:lpstr>Project Assignment – Regression Analysis</vt:lpstr>
      <vt:lpstr>Relevant parameters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Model‘s predictions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PowerPoint-presentation</dc:title>
  <dc:creator>Annelie Tillman</dc:creator>
  <cp:lastModifiedBy>David Lienkamp0088</cp:lastModifiedBy>
  <cp:revision>6</cp:revision>
  <dcterms:created xsi:type="dcterms:W3CDTF">2023-11-01T13:13:28Z</dcterms:created>
  <dcterms:modified xsi:type="dcterms:W3CDTF">2025-04-21T11:46:06Z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0x010100830AFD53EA4FAC4B93D1BAD879B4B205</vt:lpwstr>
  </property>
  <property fmtid="{D5CDD505-2E9C-101B-9397-08002B2CF9AE}" pid="3" name="MSIP_Label_9144ccec-98ca-4847-b090-103d5c6592f4_Enabled">
    <vt:lpwstr>true</vt:lpwstr>
  </property>
  <property fmtid="{D5CDD505-2E9C-101B-9397-08002B2CF9AE}" pid="4" name="MSIP_Label_9144ccec-98ca-4847-b090-103d5c6592f4_SetDate">
    <vt:lpwstr>2023-11-01T13:03:55Z</vt:lpwstr>
  </property>
  <property fmtid="{D5CDD505-2E9C-101B-9397-08002B2CF9AE}" pid="5" name="MSIP_Label_9144ccec-98ca-4847-b090-103d5c6592f4_Method">
    <vt:lpwstr>Standard</vt:lpwstr>
  </property>
  <property fmtid="{D5CDD505-2E9C-101B-9397-08002B2CF9AE}" pid="6" name="MSIP_Label_9144ccec-98ca-4847-b090-103d5c6592f4_Name">
    <vt:lpwstr>Information class 1</vt:lpwstr>
  </property>
  <property fmtid="{D5CDD505-2E9C-101B-9397-08002B2CF9AE}" pid="7" name="MSIP_Label_9144ccec-98ca-4847-b090-103d5c6592f4_SiteId">
    <vt:lpwstr>fb665cd7-b4b7-4578-8a42-29ff69176bdf</vt:lpwstr>
  </property>
  <property fmtid="{D5CDD505-2E9C-101B-9397-08002B2CF9AE}" pid="8" name="MSIP_Label_9144ccec-98ca-4847-b090-103d5c6592f4_ActionId">
    <vt:lpwstr>51bbb8bc-73aa-469e-959f-ca75c0e83ba3</vt:lpwstr>
  </property>
  <property fmtid="{D5CDD505-2E9C-101B-9397-08002B2CF9AE}" pid="9" name="MSIP_Label_9144ccec-98ca-4847-b090-103d5c6592f4_ContentBits">
    <vt:lpwstr>0</vt:lpwstr>
  </property>
</Properties>
</file>